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5" r:id="rId2"/>
    <p:sldId id="311" r:id="rId3"/>
    <p:sldId id="257" r:id="rId4"/>
    <p:sldId id="313" r:id="rId5"/>
    <p:sldId id="314" r:id="rId6"/>
    <p:sldId id="300" r:id="rId7"/>
    <p:sldId id="30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121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3E1F2-78A4-3B13-AB95-7F308AAC25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9E8D13-F41A-CAAB-CEF2-B79CEFD6D1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C53132-E22E-D5BF-1C16-8E4980E68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159FE3-16D7-52FF-C472-EE2065755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A39434-558B-3A1C-AE43-2C6343D48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637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7236F-2AC6-C12D-5D39-E522A6B9E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8E49D-6EBF-29AB-4390-03B8AB805D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536906-F511-1C31-3A1C-0F1E54310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81E70-BE46-DF02-B7EE-3C60B1D2E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9D5001-61BA-A93F-9437-AAE45C874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487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502C7-0520-A6CE-5A62-9BB531628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C26CF6-1DC9-2128-B5FC-4A79F933DD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4EC251-F4B6-C849-532B-0B04C066B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55B787-2E21-332E-B535-83AF64D2E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7ACB9F-CE02-D187-0D37-7DF140340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721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9E31A-F617-CC8E-543A-8C177A1B1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8BA6D-560A-E467-66A7-3E74FFA7FD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67FA88-C53C-6783-5933-C580146D6B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802EFE-E890-F30A-829C-CFF5F0912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7/23/2022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A3017-8A38-5A21-927F-8116892A2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3D48BE-44D2-6C93-3C00-69AE1707B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265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A787F-3DD8-D819-E1B5-1E7F584FD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C3F4DE-91C5-1863-D4BF-6DE492C537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193A2-8269-10FB-A656-2BBF92FB19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EFBC43-FF9B-72C0-EB11-DFB3B706EB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4ED75F-DD95-9307-DD64-4078835952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1219C7-8137-D431-4FB8-A78739FD1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7/23/2022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FA7F1A-D932-5D82-F902-9BA71A0D8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D025AA-F95A-87A7-AE3B-D9A54029E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123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CB163-E0DB-5DB0-E851-69DC566C5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DB2AB2-75A8-1BBF-06EC-52129DDBB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7/23/2022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7D158F-2A15-E787-4064-6B2CB0BFB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0F1C06-E8C0-E44D-66D2-BA8370F81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492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2B674A-7561-BBE4-BBFD-CF30CAE72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7/23/2022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D0B8AE-AC3E-A349-1454-FDBC9A87A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F82CF5-862B-DCDD-5513-C9A933FD4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29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B409D-4130-2E03-F0B9-AAFD1BF9F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8E6CA-3A66-868C-E320-FF6CBABCF9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88321D-A975-A884-6209-FC1F20455C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E80FFC-3EA6-A873-0FC9-5BE3E0D7B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7/23/2022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5E94A9-5AE4-66D8-D2D2-794091955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2C1DAB-57A1-028B-2D5F-E97197522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128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3A8CE-0FCB-AC31-589D-6B8B4793C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4AE7A3-AD5F-92A6-9C69-638927DC9F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E7725A-F0B7-23F5-57EE-C80F5E364C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F0058F-41D4-AF41-E6A2-E998CFD1E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7/23/2022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3E63E8-A689-1C8C-7685-116650816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CCD9FF-C3FA-8767-900E-31E36F50D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094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72ACE-EFF8-AF3B-D87C-1CBB9DB55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CC948B-5FF3-FC3E-B005-1EA5590968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A6E1A2-A406-8045-ACBA-0F5F72EC9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344AA-599D-B591-CCF9-F5C7B7550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0287FD-BE21-21AA-6789-0FDDC875B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082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9CD68B-E022-8BB0-786A-C8B7F9EB6B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19E1AD-009A-9A78-67CD-D7B874264C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EE2BEF-8CBC-8DBA-8FCB-199F6E6DD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2E7BD-C1BB-46F1-B277-8AE99D5C93A3}" type="datetimeFigureOut">
              <a:rPr lang="en-US" smtClean="0"/>
              <a:t>7/23/2022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9D9BB-00BF-1610-2A20-154066C53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C81725-EEBF-C916-3A1B-1CFE4AD24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323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41750D-D8EB-6F7D-C3EE-2D20ADF43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70BC56-7617-F598-24E3-74BA7B95EF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8D0FD3-221E-F7B7-93E0-3B66B85F20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72E7BD-C1BB-46F1-B277-8AE99D5C93A3}" type="datetimeFigureOut">
              <a:rPr lang="en-US" smtClean="0"/>
              <a:t>7/23/2022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935B70-3517-88AD-0228-5E5448AB92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21F37A-8A7F-CAB0-FCD4-834AEF9812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3FB9A7-7665-45CE-AE79-F73FEF87FB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493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package" Target="../embeddings/Microsoft_Excel_Worksheet1.xlsx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762D9-7C7C-B5F0-5954-BEF25A6623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068294"/>
            <a:ext cx="12192000" cy="2387600"/>
          </a:xfrm>
        </p:spPr>
        <p:txBody>
          <a:bodyPr>
            <a:normAutofit fontScale="90000"/>
          </a:bodyPr>
          <a:lstStyle/>
          <a:p>
            <a:r>
              <a:rPr lang="en-US" altLang="zh-CN" b="1" dirty="0"/>
              <a:t>Lesson</a:t>
            </a:r>
            <a:r>
              <a:rPr lang="en-US" b="1" dirty="0"/>
              <a:t> 08</a:t>
            </a:r>
            <a:br>
              <a:rPr lang="en-US" b="1" dirty="0"/>
            </a:br>
            <a:r>
              <a:rPr lang="en-US" b="1" dirty="0"/>
              <a:t>07/23/2022</a:t>
            </a:r>
            <a:br>
              <a:rPr lang="en-US" dirty="0"/>
            </a:br>
            <a:br>
              <a:rPr lang="en-US" dirty="0"/>
            </a:br>
            <a:r>
              <a:rPr lang="en-US" dirty="0"/>
              <a:t>git</a:t>
            </a:r>
            <a:r>
              <a:rPr lang="zh-CN" altLang="en-US" dirty="0"/>
              <a:t> </a:t>
            </a:r>
            <a:r>
              <a:rPr lang="en-US" altLang="zh-CN" dirty="0"/>
              <a:t>pull -a</a:t>
            </a:r>
            <a:br>
              <a:rPr lang="en-US" dirty="0"/>
            </a:br>
            <a:r>
              <a:rPr lang="en-US" dirty="0"/>
              <a:t>git checkout –b lesson08 origin Lessons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8FC9BB-9DB2-095C-1565-78DB9BCA5227}"/>
              </a:ext>
            </a:extLst>
          </p:cNvPr>
          <p:cNvSpPr txBox="1"/>
          <p:nvPr/>
        </p:nvSpPr>
        <p:spPr>
          <a:xfrm>
            <a:off x="9553903" y="0"/>
            <a:ext cx="2638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Stem Pro Academy, 2022</a:t>
            </a:r>
            <a:endParaRPr 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3964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8FC07DB-6C5B-E007-0C64-780C4C57AF1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5276193" cy="653885"/>
          </a:xfrm>
          <a:prstGeom prst="rect">
            <a:avLst/>
          </a:prstGeom>
          <a:solidFill>
            <a:srgbClr val="00B0F0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dirty="0"/>
              <a:t>If you stay with </a:t>
            </a:r>
            <a:r>
              <a:rPr lang="en-US" sz="3600" dirty="0" err="1"/>
              <a:t>colab</a:t>
            </a:r>
            <a:r>
              <a:rPr lang="en-US" sz="3600" dirty="0"/>
              <a:t> drive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F9476B-6A83-24A7-F03B-30E6CD99A037}"/>
              </a:ext>
            </a:extLst>
          </p:cNvPr>
          <p:cNvSpPr txBox="1"/>
          <p:nvPr/>
        </p:nvSpPr>
        <p:spPr>
          <a:xfrm>
            <a:off x="168166" y="1306374"/>
            <a:ext cx="560201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dirty="0"/>
              <a:t>Checkout today’s branch:</a:t>
            </a:r>
          </a:p>
          <a:p>
            <a:pPr algn="l"/>
            <a:endParaRPr lang="en-US" sz="1800" dirty="0"/>
          </a:p>
          <a:p>
            <a:pPr algn="l"/>
            <a:r>
              <a:rPr lang="en-US" sz="1800" dirty="0"/>
              <a:t>Step 1: </a:t>
            </a:r>
            <a:r>
              <a:rPr lang="en-US" dirty="0"/>
              <a:t>git checkout –b lesson08 origin Lessons</a:t>
            </a:r>
          </a:p>
          <a:p>
            <a:pPr algn="l"/>
            <a:endParaRPr lang="en-US" sz="1800" dirty="0"/>
          </a:p>
          <a:p>
            <a:pPr algn="l"/>
            <a:r>
              <a:rPr lang="en-US" sz="1800" dirty="0"/>
              <a:t>Step 2: go to your google drive </a:t>
            </a:r>
            <a:r>
              <a:rPr lang="en-US" sz="1800" dirty="0" err="1"/>
              <a:t>url</a:t>
            </a:r>
            <a:r>
              <a:rPr lang="en-US" sz="1800" dirty="0"/>
              <a:t>. Open “</a:t>
            </a:r>
            <a:r>
              <a:rPr lang="en-US" sz="1800" dirty="0" err="1"/>
              <a:t>Colabs</a:t>
            </a:r>
            <a:r>
              <a:rPr lang="en-US" sz="1800" dirty="0"/>
              <a:t> Notebooks” folder</a:t>
            </a:r>
          </a:p>
          <a:p>
            <a:pPr algn="l"/>
            <a:endParaRPr lang="en-US" dirty="0"/>
          </a:p>
          <a:p>
            <a:pPr algn="l"/>
            <a:r>
              <a:rPr lang="en-US" sz="1800" dirty="0"/>
              <a:t>Step 3: Click the “+” sign to upload files in folder Lesson06</a:t>
            </a:r>
          </a:p>
          <a:p>
            <a:pPr algn="l"/>
            <a:endParaRPr lang="en-US" dirty="0"/>
          </a:p>
          <a:p>
            <a:pPr algn="l"/>
            <a:r>
              <a:rPr lang="en-US" sz="1800" dirty="0"/>
              <a:t>Step 4: click Lesson08_scratchbook.ipynb</a:t>
            </a:r>
          </a:p>
          <a:p>
            <a:pPr algn="l"/>
            <a:endParaRPr lang="en-US" dirty="0"/>
          </a:p>
          <a:p>
            <a:pPr algn="l"/>
            <a:endParaRPr lang="en-US" sz="18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8116DFD-2F9B-28B5-C37B-B364A72F52CF}"/>
              </a:ext>
            </a:extLst>
          </p:cNvPr>
          <p:cNvSpPr txBox="1">
            <a:spLocks/>
          </p:cNvSpPr>
          <p:nvPr/>
        </p:nvSpPr>
        <p:spPr>
          <a:xfrm>
            <a:off x="6915809" y="0"/>
            <a:ext cx="5276193" cy="653885"/>
          </a:xfrm>
          <a:prstGeom prst="rect">
            <a:avLst/>
          </a:prstGeom>
          <a:solidFill>
            <a:srgbClr val="00B0F0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dirty="0"/>
              <a:t>If you have local env ready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D7EFA0-73DC-F020-918B-3DA8A81839D3}"/>
              </a:ext>
            </a:extLst>
          </p:cNvPr>
          <p:cNvSpPr txBox="1"/>
          <p:nvPr/>
        </p:nvSpPr>
        <p:spPr>
          <a:xfrm>
            <a:off x="7104995" y="1206526"/>
            <a:ext cx="471914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dirty="0"/>
              <a:t>Checkout today’s branch:</a:t>
            </a:r>
          </a:p>
          <a:p>
            <a:pPr algn="l"/>
            <a:endParaRPr lang="en-US" sz="1800" dirty="0"/>
          </a:p>
          <a:p>
            <a:pPr algn="l"/>
            <a:r>
              <a:rPr lang="en-US" sz="1800" dirty="0"/>
              <a:t>Step 1: </a:t>
            </a:r>
            <a:r>
              <a:rPr lang="en-US" dirty="0"/>
              <a:t>git checkout –b lesson08 origin Lessons</a:t>
            </a:r>
          </a:p>
          <a:p>
            <a:pPr algn="l"/>
            <a:r>
              <a:rPr lang="en-US" sz="1800" dirty="0"/>
              <a:t> </a:t>
            </a:r>
          </a:p>
          <a:p>
            <a:pPr algn="l"/>
            <a:r>
              <a:rPr lang="en-US" dirty="0"/>
              <a:t>Step 2: use </a:t>
            </a:r>
            <a:r>
              <a:rPr lang="en-US" dirty="0" err="1"/>
              <a:t>cmd</a:t>
            </a:r>
            <a:r>
              <a:rPr lang="en-US" dirty="0"/>
              <a:t> prompt to the </a:t>
            </a:r>
            <a:r>
              <a:rPr lang="en-US" dirty="0" err="1"/>
              <a:t>basemip</a:t>
            </a:r>
            <a:r>
              <a:rPr lang="en-US" dirty="0"/>
              <a:t> folder. </a:t>
            </a:r>
          </a:p>
          <a:p>
            <a:pPr algn="l"/>
            <a:r>
              <a:rPr lang="en-US" dirty="0"/>
              <a:t>Type: </a:t>
            </a:r>
            <a:r>
              <a:rPr lang="en-US" dirty="0" err="1"/>
              <a:t>jupyter</a:t>
            </a:r>
            <a:r>
              <a:rPr lang="en-US" dirty="0"/>
              <a:t> lab </a:t>
            </a:r>
          </a:p>
          <a:p>
            <a:pPr algn="l"/>
            <a:r>
              <a:rPr lang="en-US" dirty="0"/>
              <a:t>(use run as </a:t>
            </a:r>
            <a:r>
              <a:rPr lang="en-US" dirty="0" err="1"/>
              <a:t>admininistrator</a:t>
            </a:r>
            <a:r>
              <a:rPr lang="en-US" dirty="0"/>
              <a:t> option)</a:t>
            </a:r>
          </a:p>
          <a:p>
            <a:pPr algn="l"/>
            <a:endParaRPr lang="en-US" dirty="0"/>
          </a:p>
          <a:p>
            <a:pPr algn="l"/>
            <a:r>
              <a:rPr lang="en-US" sz="1800" dirty="0"/>
              <a:t>Step 3: click Lesson08_scratchbook.ipynb</a:t>
            </a:r>
          </a:p>
          <a:p>
            <a:pPr algn="l"/>
            <a:endParaRPr lang="en-US" dirty="0"/>
          </a:p>
          <a:p>
            <a:pPr algn="l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798605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762D9-7C7C-B5F0-5954-BEF25A6623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481232"/>
            <a:ext cx="12192000" cy="674906"/>
          </a:xfrm>
        </p:spPr>
        <p:txBody>
          <a:bodyPr anchor="t">
            <a:noAutofit/>
          </a:bodyPr>
          <a:lstStyle/>
          <a:p>
            <a:pPr algn="l"/>
            <a:r>
              <a:rPr lang="en-US" altLang="zh-CN" sz="4000" b="1" dirty="0"/>
              <a:t>What are we going to do today</a:t>
            </a:r>
            <a:r>
              <a:rPr lang="en-US" sz="4000" b="1" dirty="0"/>
              <a:t>:</a:t>
            </a:r>
            <a:endParaRPr lang="en-US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655212-730A-0C73-FDFF-2AA1B81AC5A2}"/>
              </a:ext>
            </a:extLst>
          </p:cNvPr>
          <p:cNvSpPr txBox="1"/>
          <p:nvPr/>
        </p:nvSpPr>
        <p:spPr>
          <a:xfrm>
            <a:off x="9553903" y="0"/>
            <a:ext cx="2638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Stem Pro Academy, 2022</a:t>
            </a:r>
            <a:endParaRPr 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6F7F5B80-E325-1A60-3039-EEAD196890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69595"/>
              </p:ext>
            </p:extLst>
          </p:nvPr>
        </p:nvGraphicFramePr>
        <p:xfrm>
          <a:off x="1375378" y="1419116"/>
          <a:ext cx="9572891" cy="39516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7591647" imgH="3133537" progId="Excel.Sheet.12">
                  <p:embed/>
                </p:oleObj>
              </mc:Choice>
              <mc:Fallback>
                <p:oleObj name="Worksheet" r:id="rId2" imgW="7591647" imgH="3133537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375378" y="1419116"/>
                        <a:ext cx="9572891" cy="39516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57330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C6B6A82-3D58-CFCE-58F9-940F8A7823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40577"/>
            <a:ext cx="12192000" cy="1063789"/>
          </a:xfrm>
        </p:spPr>
        <p:txBody>
          <a:bodyPr/>
          <a:lstStyle/>
          <a:p>
            <a:r>
              <a:rPr lang="en-US" dirty="0" err="1"/>
              <a:t>Py</a:t>
            </a:r>
            <a:r>
              <a:rPr lang="en-US" dirty="0"/>
              <a:t> Homework Recap: 5 mins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3B29133E-794B-5284-CE1E-594C680953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2878189"/>
              </p:ext>
            </p:extLst>
          </p:nvPr>
        </p:nvGraphicFramePr>
        <p:xfrm>
          <a:off x="2272479" y="1966912"/>
          <a:ext cx="6029325" cy="2657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6029276" imgH="2657606" progId="Excel.Sheet.12">
                  <p:embed/>
                </p:oleObj>
              </mc:Choice>
              <mc:Fallback>
                <p:oleObj name="Worksheet" r:id="rId2" imgW="6029276" imgH="2657606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272479" y="1966912"/>
                        <a:ext cx="6029325" cy="2657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87034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C6B6A82-3D58-CFCE-58F9-940F8A7823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40577"/>
            <a:ext cx="12192000" cy="1063789"/>
          </a:xfrm>
        </p:spPr>
        <p:txBody>
          <a:bodyPr/>
          <a:lstStyle/>
          <a:p>
            <a:r>
              <a:rPr lang="en-US" dirty="0"/>
              <a:t>Decks Referenced: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59ED0C-3148-CFA3-AADE-42D7B73D549D}"/>
              </a:ext>
            </a:extLst>
          </p:cNvPr>
          <p:cNvSpPr txBox="1"/>
          <p:nvPr/>
        </p:nvSpPr>
        <p:spPr>
          <a:xfrm>
            <a:off x="3048000" y="4204951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Ref:</a:t>
            </a:r>
          </a:p>
          <a:p>
            <a:r>
              <a:rPr lang="en-US" dirty="0"/>
              <a:t>Each one of yours </a:t>
            </a:r>
            <a:r>
              <a:rPr lang="en-US" dirty="0" err="1"/>
              <a:t>Colab</a:t>
            </a:r>
            <a:r>
              <a:rPr lang="en-US" dirty="0"/>
              <a:t> Python Homework</a:t>
            </a:r>
          </a:p>
          <a:p>
            <a:endParaRPr lang="en-US" dirty="0"/>
          </a:p>
          <a:p>
            <a:r>
              <a:rPr lang="en-US" dirty="0"/>
              <a:t>https://drive.google.com/drive/u/0/folders/1jwtNHq6eynXZVNNnEFBEnTkkYgpXOd-b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EF1CC2-8B37-F9E4-CC96-A043F638474A}"/>
              </a:ext>
            </a:extLst>
          </p:cNvPr>
          <p:cNvSpPr txBox="1"/>
          <p:nvPr/>
        </p:nvSpPr>
        <p:spPr>
          <a:xfrm>
            <a:off x="3205655" y="220867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Lesson08_ScratchBook_Complete.ipynb</a:t>
            </a:r>
          </a:p>
          <a:p>
            <a:r>
              <a:rPr lang="en-US" dirty="0"/>
              <a:t>Lesson07Review.ipynb</a:t>
            </a:r>
          </a:p>
        </p:txBody>
      </p:sp>
    </p:spTree>
    <p:extLst>
      <p:ext uri="{BB962C8B-B14F-4D97-AF65-F5344CB8AC3E}">
        <p14:creationId xmlns:p14="http://schemas.microsoft.com/office/powerpoint/2010/main" val="12462009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762D9-7C7C-B5F0-5954-BEF25A6623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2123"/>
            <a:ext cx="12192000" cy="674906"/>
          </a:xfrm>
        </p:spPr>
        <p:txBody>
          <a:bodyPr anchor="t">
            <a:noAutofit/>
          </a:bodyPr>
          <a:lstStyle/>
          <a:p>
            <a:pPr algn="l"/>
            <a:r>
              <a:rPr lang="en-US" sz="4000" b="1" dirty="0"/>
              <a:t>Objectives:</a:t>
            </a:r>
            <a:endParaRPr lang="en-US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655212-730A-0C73-FDFF-2AA1B81AC5A2}"/>
              </a:ext>
            </a:extLst>
          </p:cNvPr>
          <p:cNvSpPr txBox="1"/>
          <p:nvPr/>
        </p:nvSpPr>
        <p:spPr>
          <a:xfrm>
            <a:off x="9553903" y="0"/>
            <a:ext cx="2638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>
                    <a:lumMod val="85000"/>
                  </a:schemeClr>
                </a:solidFill>
              </a:rPr>
              <a:t>Stem Pro Academy, 2022</a:t>
            </a:r>
            <a:endParaRPr lang="en-US" b="1"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7EBE3D-2906-91F9-A2FD-13FC0B21EE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592" y="1828800"/>
            <a:ext cx="4846694" cy="298924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BE6E1B3-4EE4-5FE7-F665-F3FB16BAD3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1877" y="184666"/>
            <a:ext cx="6830123" cy="29597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F11AC67-DEDB-EBFE-8C4B-292D1FB00F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6166" y="3581203"/>
            <a:ext cx="5958278" cy="309213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528D4CD-6A4E-C50A-E489-C84D105A8256}"/>
              </a:ext>
            </a:extLst>
          </p:cNvPr>
          <p:cNvSpPr txBox="1"/>
          <p:nvPr/>
        </p:nvSpPr>
        <p:spPr>
          <a:xfrm>
            <a:off x="257592" y="1367135"/>
            <a:ext cx="43249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Programming and Math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45F0A3-C377-B640-F3BE-B95F8CBD0F74}"/>
              </a:ext>
            </a:extLst>
          </p:cNvPr>
          <p:cNvSpPr txBox="1"/>
          <p:nvPr/>
        </p:nvSpPr>
        <p:spPr>
          <a:xfrm>
            <a:off x="6215087" y="3019051"/>
            <a:ext cx="40430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/>
              <a:t>AI and Math (key concepts)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646891-BA91-01C0-1618-4212E326DECE}"/>
              </a:ext>
            </a:extLst>
          </p:cNvPr>
          <p:cNvSpPr txBox="1"/>
          <p:nvPr/>
        </p:nvSpPr>
        <p:spPr>
          <a:xfrm>
            <a:off x="3104024" y="5490708"/>
            <a:ext cx="25521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/>
              <a:t>Project and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30408786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DD76AB5-9BE5-F947-7122-4933C2C4A36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653885"/>
          </a:xfrm>
          <a:prstGeom prst="rect">
            <a:avLst/>
          </a:prstGeom>
          <a:solidFill>
            <a:srgbClr val="00B0F0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dirty="0"/>
              <a:t>Homework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A257939-EE7F-515B-094E-F135A32990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269" y="1794864"/>
            <a:ext cx="11834648" cy="211017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253920" tIns="31740" rIns="0" bIns="1587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lang="en-US" altLang="en-US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Use what we learned, scrape </a:t>
            </a:r>
            <a:r>
              <a:rPr lang="en-US" altLang="zh-CN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a university’s wiki of your interest</a:t>
            </a:r>
            <a:endParaRPr lang="en-US" altLang="en-US" sz="20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en-US" sz="2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2. Make sure finish last week’s </a:t>
            </a:r>
            <a:r>
              <a:rPr lang="en-US" altLang="en-US" sz="20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Py</a:t>
            </a:r>
            <a:r>
              <a:rPr lang="en-US" altLang="en-US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function homework. New homework will be based on your homework. It is individualized based on how you answer.  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D9C704-2DCE-3569-261D-0B7EACA4EEE7}"/>
              </a:ext>
            </a:extLst>
          </p:cNvPr>
          <p:cNvSpPr txBox="1"/>
          <p:nvPr/>
        </p:nvSpPr>
        <p:spPr>
          <a:xfrm>
            <a:off x="178675" y="5606534"/>
            <a:ext cx="118346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All homework due in one week. </a:t>
            </a:r>
          </a:p>
          <a:p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All homework in 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Jupyter</a:t>
            </a: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notebook. For text content, use Markdown cells.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2556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7555</TotalTime>
  <Words>275</Words>
  <Application>Microsoft Office PowerPoint</Application>
  <PresentationFormat>Widescreen</PresentationFormat>
  <Paragraphs>44</Paragraphs>
  <Slides>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Worksheet</vt:lpstr>
      <vt:lpstr>Microsoft Excel Worksheet</vt:lpstr>
      <vt:lpstr>Lesson 08 07/23/2022  git pull -a git checkout –b lesson08 origin Lessons</vt:lpstr>
      <vt:lpstr>PowerPoint Presentation</vt:lpstr>
      <vt:lpstr>What are we going to do today:</vt:lpstr>
      <vt:lpstr>Py Homework Recap: 5 mins</vt:lpstr>
      <vt:lpstr>Decks Referenced:</vt:lpstr>
      <vt:lpstr>Objectives: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and Thank You for Choosing Us for This Journey</dc:title>
  <dc:creator>Stempro Academy</dc:creator>
  <cp:lastModifiedBy>Stempro Academy</cp:lastModifiedBy>
  <cp:revision>47</cp:revision>
  <dcterms:created xsi:type="dcterms:W3CDTF">2022-06-16T15:05:39Z</dcterms:created>
  <dcterms:modified xsi:type="dcterms:W3CDTF">2022-07-23T20:45:06Z</dcterms:modified>
</cp:coreProperties>
</file>