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3" r:id="rId4"/>
    <p:sldId id="311" r:id="rId5"/>
    <p:sldId id="300" r:id="rId6"/>
    <p:sldId id="30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2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E1F2-78A4-3B13-AB95-7F308AAC2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E8D13-F41A-CAAB-CEF2-B79CEFD6D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53132-E22E-D5BF-1C16-8E4980E6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59FE3-16D7-52FF-C472-EE206575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39434-558B-3A1C-AE43-2C6343D4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3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7236F-2AC6-C12D-5D39-E522A6B9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8E49D-6EBF-29AB-4390-03B8AB805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6906-F511-1C31-3A1C-0F1E5431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81E70-BE46-DF02-B7EE-3C60B1D2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D5001-61BA-A93F-9437-AAE45C87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8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02C7-0520-A6CE-5A62-9BB53162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26CF6-1DC9-2128-B5FC-4A79F933D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EC251-F4B6-C849-532B-0B04C066B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5B787-2E21-332E-B535-83AF64D2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CB9F-CE02-D187-0D37-7DF140340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2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9E31A-F617-CC8E-543A-8C177A1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8BA6D-560A-E467-66A7-3E74FFA7FD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7FA88-C53C-6783-5933-C580146D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02EFE-E890-F30A-829C-CFF5F091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A3017-8A38-5A21-927F-8116892A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D48BE-44D2-6C93-3C00-69AE170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787F-3DD8-D819-E1B5-1E7F584F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3F4DE-91C5-1863-D4BF-6DE492C53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193A2-8269-10FB-A656-2BBF92FB1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FBC43-FF9B-72C0-EB11-DFB3B706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ED75F-DD95-9307-DD64-407883595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1219C7-8137-D431-4FB8-A78739FD1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A7F1A-D932-5D82-F902-9BA71A0D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D025AA-F95A-87A7-AE3B-D9A54029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2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B163-E0DB-5DB0-E851-69DC566C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2AB2-75A8-1BBF-06EC-52129DDBB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D158F-2A15-E787-4064-6B2CB0BF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1C06-E8C0-E44D-66D2-BA8370F8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9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B674A-7561-BBE4-BBFD-CF30CAE72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D0B8AE-AC3E-A349-1454-FDBC9A87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82CF5-862B-DCDD-5513-C9A933FD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409D-4130-2E03-F0B9-AAFD1BF9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E6CA-3A66-868C-E320-FF6CBABCF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8321D-A975-A884-6209-FC1F20455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0FFC-3EA6-A873-0FC9-5BE3E0D7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E94A9-5AE4-66D8-D2D2-79409195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C1DAB-57A1-028B-2D5F-E971975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2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8CE-0FCB-AC31-589D-6B8B4793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4AE7A3-AD5F-92A6-9C69-638927DC9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7725A-F0B7-23F5-57EE-C80F5E36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058F-41D4-AF41-E6A2-E998CFD1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E63E8-A689-1C8C-7685-11665081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CD9FF-C3FA-8767-900E-31E36F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2ACE-EFF8-AF3B-D87C-1CBB9DB5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CC948B-5FF3-FC3E-B005-1EA559096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E1A2-A406-8045-ACBA-0F5F72E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344AA-599D-B591-CCF9-F5C7B7550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87FD-BE21-21AA-6789-0FDDC875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8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CD68B-E022-8BB0-786A-C8B7F9EB6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9E1AD-009A-9A78-67CD-D7B874264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2BEF-8CBC-8DBA-8FCB-199F6E6D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9D9BB-00BF-1610-2A20-154066C53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1725-EEBF-C916-3A1B-1CFE4AD2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2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41750D-D8EB-6F7D-C3EE-2D20ADF4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0BC56-7617-F598-24E3-74BA7B95E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D0FD3-221E-F7B7-93E0-3B66B85F2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5B70-3517-88AD-0228-5E5448AB92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1F37A-8A7F-CAB0-FCD4-834AEF981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9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altLang="zh-CN" b="1" dirty="0"/>
              <a:t>Lesson</a:t>
            </a:r>
            <a:r>
              <a:rPr lang="en-US" b="1" dirty="0"/>
              <a:t> 04</a:t>
            </a:r>
            <a:br>
              <a:rPr lang="en-US" b="1" dirty="0"/>
            </a:br>
            <a:r>
              <a:rPr lang="en-US" b="1" dirty="0"/>
              <a:t>07/09/2022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FC9BB-9DB2-095C-1565-78DB9BCA5227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564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altLang="zh-CN" sz="4000" b="1" dirty="0"/>
              <a:t>What are we going to do today</a:t>
            </a:r>
            <a:r>
              <a:rPr lang="en-US" sz="4000" b="1" dirty="0"/>
              <a:t>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836404-D1F7-736E-DFEF-7734C63E0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180" y="1423165"/>
            <a:ext cx="10240399" cy="446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330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C6B6A82-3D58-CFCE-58F9-940F8A78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0577"/>
            <a:ext cx="12192000" cy="1063789"/>
          </a:xfrm>
        </p:spPr>
        <p:txBody>
          <a:bodyPr/>
          <a:lstStyle/>
          <a:p>
            <a:r>
              <a:rPr lang="en-US" dirty="0"/>
              <a:t>Decks Referenced: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9ED0C-3148-CFA3-AADE-42D7B73D549D}"/>
              </a:ext>
            </a:extLst>
          </p:cNvPr>
          <p:cNvSpPr txBox="1"/>
          <p:nvPr/>
        </p:nvSpPr>
        <p:spPr>
          <a:xfrm>
            <a:off x="3048000" y="420495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Ref:</a:t>
            </a:r>
          </a:p>
          <a:p>
            <a:r>
              <a:rPr lang="en-US" dirty="0"/>
              <a:t>CrossLesson_gitbash_basemip.pptx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EF1CC2-8B37-F9E4-CC96-A043F638474A}"/>
              </a:ext>
            </a:extLst>
          </p:cNvPr>
          <p:cNvSpPr txBox="1"/>
          <p:nvPr/>
        </p:nvSpPr>
        <p:spPr>
          <a:xfrm>
            <a:off x="3205655" y="2208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Lesson04_ScratchBook.ipynb</a:t>
            </a:r>
          </a:p>
        </p:txBody>
      </p:sp>
    </p:spTree>
    <p:extLst>
      <p:ext uri="{BB962C8B-B14F-4D97-AF65-F5344CB8AC3E}">
        <p14:creationId xmlns:p14="http://schemas.microsoft.com/office/powerpoint/2010/main" val="358703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8FC07DB-6C5B-E007-0C64-780C4C57AF1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/>
              <a:t>Stay with drive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F9476B-6A83-24A7-F03B-30E6CD99A037}"/>
              </a:ext>
            </a:extLst>
          </p:cNvPr>
          <p:cNvSpPr txBox="1"/>
          <p:nvPr/>
        </p:nvSpPr>
        <p:spPr>
          <a:xfrm>
            <a:off x="2648607" y="2262815"/>
            <a:ext cx="6190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dirty="0"/>
              <a:t>Click the file uploaded. </a:t>
            </a:r>
          </a:p>
          <a:p>
            <a:pPr algn="l"/>
            <a:r>
              <a:rPr lang="en-US" sz="1800" dirty="0"/>
              <a:t>We are ready to go!</a:t>
            </a:r>
          </a:p>
        </p:txBody>
      </p:sp>
    </p:spTree>
    <p:extLst>
      <p:ext uri="{BB962C8B-B14F-4D97-AF65-F5344CB8AC3E}">
        <p14:creationId xmlns:p14="http://schemas.microsoft.com/office/powerpoint/2010/main" val="2798605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2123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Objectives: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7EBE3D-2906-91F9-A2FD-13FC0B21E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92" y="1828800"/>
            <a:ext cx="4846694" cy="298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E6E1B3-4EE4-5FE7-F665-F3FB16BAD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877" y="184666"/>
            <a:ext cx="6830123" cy="29597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F11AC67-DEDB-EBFE-8C4B-292D1FB00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6166" y="3581203"/>
            <a:ext cx="5958278" cy="30921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28D4CD-6A4E-C50A-E489-C84D105A8256}"/>
              </a:ext>
            </a:extLst>
          </p:cNvPr>
          <p:cNvSpPr txBox="1"/>
          <p:nvPr/>
        </p:nvSpPr>
        <p:spPr>
          <a:xfrm>
            <a:off x="257592" y="1367135"/>
            <a:ext cx="4324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Programming and Math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45F0A3-C377-B640-F3BE-B95F8CBD0F74}"/>
              </a:ext>
            </a:extLst>
          </p:cNvPr>
          <p:cNvSpPr txBox="1"/>
          <p:nvPr/>
        </p:nvSpPr>
        <p:spPr>
          <a:xfrm>
            <a:off x="6215087" y="3019051"/>
            <a:ext cx="4043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AI and Math (key concepts)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646891-BA91-01C0-1618-4212E326DECE}"/>
              </a:ext>
            </a:extLst>
          </p:cNvPr>
          <p:cNvSpPr txBox="1"/>
          <p:nvPr/>
        </p:nvSpPr>
        <p:spPr>
          <a:xfrm>
            <a:off x="3104024" y="5490708"/>
            <a:ext cx="25521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Project and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040878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D76AB5-9BE5-F947-7122-4933C2C4A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Homework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A257939-EE7F-515B-094E-F135A3299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269" y="1640976"/>
            <a:ext cx="11834648" cy="24179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253920" tIns="31740" rIns="0" bIns="1587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Use what we learned, scrape: 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	https://satvocabulary.us/INDEX.ASP?CATEGORY=CHALLENGING2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2. Make sure finish last week’s </a:t>
            </a:r>
            <a:r>
              <a:rPr lang="en-US" altLang="en-US" sz="20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Py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function homework. New homework will be based on your homework. It is individualized based on how you answer.  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9C704-2DCE-3569-261D-0B7EACA4EEE7}"/>
              </a:ext>
            </a:extLst>
          </p:cNvPr>
          <p:cNvSpPr txBox="1"/>
          <p:nvPr/>
        </p:nvSpPr>
        <p:spPr>
          <a:xfrm>
            <a:off x="178675" y="5606534"/>
            <a:ext cx="118346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due in one week. 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in </a:t>
            </a:r>
            <a:r>
              <a:rPr lang="en-US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Jupyter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notebook. For text content, use Markdown cells.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5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7277</TotalTime>
  <Words>147</Words>
  <Application>Microsoft Office PowerPoint</Application>
  <PresentationFormat>Widescreen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Lesson 04 07/09/2022 </vt:lpstr>
      <vt:lpstr>What are we going to do today:</vt:lpstr>
      <vt:lpstr>Decks Referenced:</vt:lpstr>
      <vt:lpstr>PowerPoint Presentation</vt:lpstr>
      <vt:lpstr>Objectives: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Thank You for Choosing Us for This Journey</dc:title>
  <dc:creator>Stempro Academy</dc:creator>
  <cp:lastModifiedBy>Stempro Academy</cp:lastModifiedBy>
  <cp:revision>37</cp:revision>
  <dcterms:created xsi:type="dcterms:W3CDTF">2022-06-16T15:05:39Z</dcterms:created>
  <dcterms:modified xsi:type="dcterms:W3CDTF">2022-07-09T22:12:25Z</dcterms:modified>
</cp:coreProperties>
</file>