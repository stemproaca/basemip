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3" r:id="rId4"/>
    <p:sldId id="311" r:id="rId5"/>
    <p:sldId id="300" r:id="rId6"/>
    <p:sldId id="30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04</a:t>
            </a:r>
            <a:br>
              <a:rPr lang="en-US" b="1" dirty="0"/>
            </a:br>
            <a:r>
              <a:rPr lang="en-US" b="1" dirty="0"/>
              <a:t>07/09/2022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36404-D1F7-736E-DFEF-7734C63E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80" y="1423165"/>
            <a:ext cx="10240399" cy="446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CrossLesson_gitbash_basemip.pptx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Lesson04_ScratchBook.ipynb</a:t>
            </a:r>
          </a:p>
        </p:txBody>
      </p:sp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2648607" y="2262815"/>
            <a:ext cx="619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Click the file uploaded. </a:t>
            </a:r>
          </a:p>
          <a:p>
            <a:pPr algn="l"/>
            <a:r>
              <a:rPr lang="en-US" sz="1800" dirty="0"/>
              <a:t>We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640976"/>
            <a:ext cx="11834648" cy="24179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scrape: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https://satvocabulary.us/INDEX.ASP?CATEGORY=CHALLENGING2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7190</TotalTime>
  <Words>147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Lesson 04 07/09/2022 </vt:lpstr>
      <vt:lpstr>What are we going to do today:</vt:lpstr>
      <vt:lpstr>Decks Referenced:</vt:lpstr>
      <vt:lpstr>PowerPoint Presentation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36</cp:revision>
  <dcterms:created xsi:type="dcterms:W3CDTF">2022-06-16T15:05:39Z</dcterms:created>
  <dcterms:modified xsi:type="dcterms:W3CDTF">2022-07-09T19:40:46Z</dcterms:modified>
</cp:coreProperties>
</file>