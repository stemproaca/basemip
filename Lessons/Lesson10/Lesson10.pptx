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15" r:id="rId2"/>
    <p:sldId id="311" r:id="rId3"/>
    <p:sldId id="257" r:id="rId4"/>
    <p:sldId id="313" r:id="rId5"/>
    <p:sldId id="314" r:id="rId6"/>
    <p:sldId id="300" r:id="rId7"/>
    <p:sldId id="301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1" d="100"/>
          <a:sy n="91" d="100"/>
        </p:scale>
        <p:origin x="1212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63E1F2-78A4-3B13-AB95-7F308AAC25D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59E8D13-F41A-CAAB-CEF2-B79CEFD6D19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C53132-E22E-D5BF-1C16-8E4980E687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72E7BD-C1BB-46F1-B277-8AE99D5C93A3}" type="datetimeFigureOut">
              <a:rPr lang="en-US" smtClean="0"/>
              <a:t>7/28/2022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159FE3-16D7-52FF-C472-EE20657554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A39434-558B-3A1C-AE43-2C6343D485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3FB9A7-7665-45CE-AE79-F73FEF87FB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86378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07236F-2AC6-C12D-5D39-E522A6B9E8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A8E49D-6EBF-29AB-4390-03B8AB805D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536906-F511-1C31-3A1C-0F1E543101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72E7BD-C1BB-46F1-B277-8AE99D5C93A3}" type="datetimeFigureOut">
              <a:rPr lang="en-US" smtClean="0"/>
              <a:t>7/28/2022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081E70-BE46-DF02-B7EE-3C60B1D2E8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9D5001-61BA-A93F-9437-AAE45C874A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3FB9A7-7665-45CE-AE79-F73FEF87FB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04870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1502C7-0520-A6CE-5A62-9BB531628C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C26CF6-1DC9-2128-B5FC-4A79F933DD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4EC251-F4B6-C849-532B-0B04C066BA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72E7BD-C1BB-46F1-B277-8AE99D5C93A3}" type="datetimeFigureOut">
              <a:rPr lang="en-US" smtClean="0"/>
              <a:t>7/28/2022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55B787-2E21-332E-B535-83AF64D2ED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7ACB9F-CE02-D187-0D37-7DF1403409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3FB9A7-7665-45CE-AE79-F73FEF87FB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37214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99E31A-F617-CC8E-543A-8C177A1B1F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98BA6D-560A-E467-66A7-3E74FFA7FD8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167FA88-C53C-6783-5933-C580146D6BD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802EFE-E890-F30A-829C-CFF5F09122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72E7BD-C1BB-46F1-B277-8AE99D5C93A3}" type="datetimeFigureOut">
              <a:rPr lang="en-US" smtClean="0"/>
              <a:t>7/28/2022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2A3017-8A38-5A21-927F-8116892A21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3D48BE-44D2-6C93-3C00-69AE1707B9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3FB9A7-7665-45CE-AE79-F73FEF87FB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02652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3A787F-3DD8-D819-E1B5-1E7F584FDA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C3F4DE-91C5-1863-D4BF-6DE492C537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FF193A2-8269-10FB-A656-2BBF92FB197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4EFBC43-FF9B-72C0-EB11-DFB3B706EBC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14ED75F-DD95-9307-DD64-4078835952B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C1219C7-8137-D431-4FB8-A78739FD1B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72E7BD-C1BB-46F1-B277-8AE99D5C93A3}" type="datetimeFigureOut">
              <a:rPr lang="en-US" smtClean="0"/>
              <a:t>7/28/2022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AFA7F1A-D932-5D82-F902-9BA71A0D86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4D025AA-F95A-87A7-AE3B-D9A54029E1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3FB9A7-7665-45CE-AE79-F73FEF87FB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01236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1CB163-E0DB-5DB0-E851-69DC566C5D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CDB2AB2-75A8-1BBF-06EC-52129DDBB5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72E7BD-C1BB-46F1-B277-8AE99D5C93A3}" type="datetimeFigureOut">
              <a:rPr lang="en-US" smtClean="0"/>
              <a:t>7/28/2022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17D158F-2A15-E787-4064-6B2CB0BFBD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40F1C06-E8C0-E44D-66D2-BA8370F81C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3FB9A7-7665-45CE-AE79-F73FEF87FB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84924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42B674A-7561-BBE4-BBFD-CF30CAE726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72E7BD-C1BB-46F1-B277-8AE99D5C93A3}" type="datetimeFigureOut">
              <a:rPr lang="en-US" smtClean="0"/>
              <a:t>7/28/2022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4D0B8AE-AC3E-A349-1454-FDBC9A87AA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F82CF5-862B-DCDD-5513-C9A933FD49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3FB9A7-7665-45CE-AE79-F73FEF87FB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6291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4B409D-4130-2E03-F0B9-AAFD1BF9F4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C8E6CA-3A66-868C-E320-FF6CBABCF9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588321D-A975-A884-6209-FC1F20455C2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EE80FFC-3EA6-A873-0FC9-5BE3E0D7B5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72E7BD-C1BB-46F1-B277-8AE99D5C93A3}" type="datetimeFigureOut">
              <a:rPr lang="en-US" smtClean="0"/>
              <a:t>7/28/2022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35E94A9-5AE4-66D8-D2D2-7940919559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2C1DAB-57A1-028B-2D5F-E971975225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3FB9A7-7665-45CE-AE79-F73FEF87FB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01287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B3A8CE-0FCB-AC31-589D-6B8B4793CC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B4AE7A3-AD5F-92A6-9C69-638927DC9FC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4E7725A-F0B7-23F5-57EE-C80F5E364C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F0058F-41D4-AF41-E6A2-E998CFD1E5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72E7BD-C1BB-46F1-B277-8AE99D5C93A3}" type="datetimeFigureOut">
              <a:rPr lang="en-US" smtClean="0"/>
              <a:t>7/28/2022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83E63E8-A689-1C8C-7685-116650816E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3CCD9FF-C3FA-8767-900E-31E36F50DA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3FB9A7-7665-45CE-AE79-F73FEF87FB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00945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F72ACE-EFF8-AF3B-D87C-1CBB9DB558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1CC948B-5FF3-FC3E-B005-1EA55909681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A6E1A2-A406-8045-ACBA-0F5F72EC97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72E7BD-C1BB-46F1-B277-8AE99D5C93A3}" type="datetimeFigureOut">
              <a:rPr lang="en-US" smtClean="0"/>
              <a:t>7/28/2022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B344AA-599D-B591-CCF9-F5C7B75502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0287FD-BE21-21AA-6789-0FDDC875B6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3FB9A7-7665-45CE-AE79-F73FEF87FB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10826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09CD68B-E022-8BB0-786A-C8B7F9EB6B0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719E1AD-009A-9A78-67CD-D7B874264C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EE2BEF-8CBC-8DBA-8FCB-199F6E6DD1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72E7BD-C1BB-46F1-B277-8AE99D5C93A3}" type="datetimeFigureOut">
              <a:rPr lang="en-US" smtClean="0"/>
              <a:t>7/28/2022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89D9BB-00BF-1610-2A20-154066C53C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C81725-EEBF-C916-3A1B-1CFE4AD246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3FB9A7-7665-45CE-AE79-F73FEF87FB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03231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841750D-D8EB-6F7D-C3EE-2D20ADF43A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70BC56-7617-F598-24E3-74BA7B95EF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8D0FD3-221E-F7B7-93E0-3B66B85F202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A72E7BD-C1BB-46F1-B277-8AE99D5C93A3}" type="datetimeFigureOut">
              <a:rPr lang="en-US" smtClean="0"/>
              <a:t>7/28/2022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935B70-3517-88AD-0228-5E5448AB92E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21F37A-8A7F-CAB0-FCD4-834AEF98129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3FB9A7-7665-45CE-AE79-F73FEF87FB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74937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package" Target="../embeddings/Microsoft_Excel_Worksheet.xlsx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package" Target="../embeddings/Microsoft_Excel_Worksheet1.xlsx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9762D9-7C7C-B5F0-5954-BEF25A6623E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2068294"/>
            <a:ext cx="12192000" cy="2387600"/>
          </a:xfrm>
        </p:spPr>
        <p:txBody>
          <a:bodyPr>
            <a:normAutofit fontScale="90000"/>
          </a:bodyPr>
          <a:lstStyle/>
          <a:p>
            <a:r>
              <a:rPr lang="en-US" altLang="zh-CN" b="1" dirty="0"/>
              <a:t>Lesson</a:t>
            </a:r>
            <a:r>
              <a:rPr lang="en-US" b="1" dirty="0"/>
              <a:t> 10</a:t>
            </a:r>
            <a:br>
              <a:rPr lang="en-US" b="1" dirty="0"/>
            </a:br>
            <a:r>
              <a:rPr lang="en-US" b="1" dirty="0"/>
              <a:t>07/30/2022</a:t>
            </a:r>
            <a:br>
              <a:rPr lang="en-US" dirty="0"/>
            </a:br>
            <a:br>
              <a:rPr lang="en-US" dirty="0"/>
            </a:br>
            <a:r>
              <a:rPr lang="en-US" dirty="0"/>
              <a:t>git</a:t>
            </a:r>
            <a:r>
              <a:rPr lang="zh-CN" altLang="en-US" dirty="0"/>
              <a:t> </a:t>
            </a:r>
            <a:r>
              <a:rPr lang="en-US" altLang="zh-CN" dirty="0"/>
              <a:t>pull -a</a:t>
            </a:r>
            <a:br>
              <a:rPr lang="en-US" dirty="0"/>
            </a:br>
            <a:r>
              <a:rPr lang="en-US" dirty="0"/>
              <a:t>git checkout -b lesson10 origin/Lessons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F8FC9BB-9DB2-095C-1565-78DB9BCA5227}"/>
              </a:ext>
            </a:extLst>
          </p:cNvPr>
          <p:cNvSpPr txBox="1"/>
          <p:nvPr/>
        </p:nvSpPr>
        <p:spPr>
          <a:xfrm>
            <a:off x="9553903" y="0"/>
            <a:ext cx="26380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chemeClr val="bg1">
                    <a:lumMod val="85000"/>
                  </a:schemeClr>
                </a:solidFill>
              </a:rPr>
              <a:t>Stem Pro Academy, 2022</a:t>
            </a:r>
            <a:endParaRPr lang="en-US" b="1" dirty="0">
              <a:solidFill>
                <a:schemeClr val="bg1">
                  <a:lumMod val="8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139644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F8FC07DB-6C5B-E007-0C64-780C4C57AF1F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5276193" cy="653885"/>
          </a:xfrm>
          <a:prstGeom prst="rect">
            <a:avLst/>
          </a:prstGeom>
          <a:solidFill>
            <a:srgbClr val="00B0F0"/>
          </a:solidFill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3600" dirty="0"/>
              <a:t>If you stay with </a:t>
            </a:r>
            <a:r>
              <a:rPr lang="en-US" sz="3600" dirty="0" err="1"/>
              <a:t>colab</a:t>
            </a:r>
            <a:r>
              <a:rPr lang="en-US" sz="3600" dirty="0"/>
              <a:t> drive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CF9476B-6A83-24A7-F03B-30E6CD99A037}"/>
              </a:ext>
            </a:extLst>
          </p:cNvPr>
          <p:cNvSpPr txBox="1"/>
          <p:nvPr/>
        </p:nvSpPr>
        <p:spPr>
          <a:xfrm>
            <a:off x="168166" y="1306374"/>
            <a:ext cx="5602013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zh-CN" dirty="0"/>
              <a:t>Checkout today’s branch:</a:t>
            </a:r>
          </a:p>
          <a:p>
            <a:pPr algn="l"/>
            <a:endParaRPr lang="en-US" sz="1800" dirty="0"/>
          </a:p>
          <a:p>
            <a:pPr algn="l"/>
            <a:r>
              <a:rPr lang="en-US" sz="1800" dirty="0"/>
              <a:t>Step 1: </a:t>
            </a:r>
            <a:r>
              <a:rPr lang="en-US" dirty="0"/>
              <a:t>git checkout –b lesson08 origin Lessons</a:t>
            </a:r>
          </a:p>
          <a:p>
            <a:pPr algn="l"/>
            <a:endParaRPr lang="en-US" sz="1800" dirty="0"/>
          </a:p>
          <a:p>
            <a:pPr algn="l"/>
            <a:r>
              <a:rPr lang="en-US" sz="1800" dirty="0"/>
              <a:t>Step 2: go to your google drive </a:t>
            </a:r>
            <a:r>
              <a:rPr lang="en-US" sz="1800" dirty="0" err="1"/>
              <a:t>url</a:t>
            </a:r>
            <a:r>
              <a:rPr lang="en-US" sz="1800" dirty="0"/>
              <a:t>. Open “</a:t>
            </a:r>
            <a:r>
              <a:rPr lang="en-US" sz="1800" dirty="0" err="1"/>
              <a:t>Colabs</a:t>
            </a:r>
            <a:r>
              <a:rPr lang="en-US" sz="1800" dirty="0"/>
              <a:t> Notebooks” folder</a:t>
            </a:r>
          </a:p>
          <a:p>
            <a:pPr algn="l"/>
            <a:endParaRPr lang="en-US" dirty="0"/>
          </a:p>
          <a:p>
            <a:pPr algn="l"/>
            <a:r>
              <a:rPr lang="en-US" sz="1800" dirty="0"/>
              <a:t>Step 3: Click the “+” sign to upload files in folder Lesson10</a:t>
            </a:r>
          </a:p>
          <a:p>
            <a:pPr algn="l"/>
            <a:r>
              <a:rPr lang="en-US" dirty="0"/>
              <a:t> </a:t>
            </a:r>
            <a:endParaRPr lang="en-US" sz="1800" dirty="0"/>
          </a:p>
          <a:p>
            <a:pPr algn="l"/>
            <a:endParaRPr lang="en-US" dirty="0"/>
          </a:p>
          <a:p>
            <a:pPr algn="l"/>
            <a:endParaRPr lang="en-US" sz="1800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28116DFD-2F9B-28B5-C37B-B364A72F52CF}"/>
              </a:ext>
            </a:extLst>
          </p:cNvPr>
          <p:cNvSpPr txBox="1">
            <a:spLocks/>
          </p:cNvSpPr>
          <p:nvPr/>
        </p:nvSpPr>
        <p:spPr>
          <a:xfrm>
            <a:off x="6915809" y="0"/>
            <a:ext cx="5276193" cy="653885"/>
          </a:xfrm>
          <a:prstGeom prst="rect">
            <a:avLst/>
          </a:prstGeom>
          <a:solidFill>
            <a:srgbClr val="00B0F0"/>
          </a:solidFill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3600" dirty="0"/>
              <a:t>If you have local env ready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9D7EFA0-73DC-F020-918B-3DA8A81839D3}"/>
              </a:ext>
            </a:extLst>
          </p:cNvPr>
          <p:cNvSpPr txBox="1"/>
          <p:nvPr/>
        </p:nvSpPr>
        <p:spPr>
          <a:xfrm>
            <a:off x="7104995" y="1206526"/>
            <a:ext cx="4719144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zh-CN" dirty="0"/>
              <a:t>Checkout today’s branch:</a:t>
            </a:r>
          </a:p>
          <a:p>
            <a:pPr algn="l"/>
            <a:endParaRPr lang="en-US" sz="1800" dirty="0"/>
          </a:p>
          <a:p>
            <a:pPr algn="l"/>
            <a:r>
              <a:rPr lang="en-US" sz="1800" dirty="0"/>
              <a:t>Step 1: </a:t>
            </a:r>
            <a:r>
              <a:rPr lang="en-US" dirty="0"/>
              <a:t>git checkout –b lesson08 origin Lessons</a:t>
            </a:r>
          </a:p>
          <a:p>
            <a:pPr algn="l"/>
            <a:r>
              <a:rPr lang="en-US" sz="1800" dirty="0"/>
              <a:t> </a:t>
            </a:r>
          </a:p>
          <a:p>
            <a:pPr algn="l"/>
            <a:r>
              <a:rPr lang="en-US" dirty="0"/>
              <a:t>Step 2: use </a:t>
            </a:r>
            <a:r>
              <a:rPr lang="en-US" dirty="0" err="1"/>
              <a:t>cmd</a:t>
            </a:r>
            <a:r>
              <a:rPr lang="en-US" dirty="0"/>
              <a:t> prompt to the </a:t>
            </a:r>
            <a:r>
              <a:rPr lang="en-US" dirty="0" err="1"/>
              <a:t>basemip</a:t>
            </a:r>
            <a:r>
              <a:rPr lang="en-US" dirty="0"/>
              <a:t> folder. </a:t>
            </a:r>
          </a:p>
          <a:p>
            <a:pPr algn="l"/>
            <a:r>
              <a:rPr lang="en-US" dirty="0"/>
              <a:t>Type: </a:t>
            </a:r>
            <a:r>
              <a:rPr lang="en-US" dirty="0" err="1"/>
              <a:t>jupyter</a:t>
            </a:r>
            <a:r>
              <a:rPr lang="en-US" dirty="0"/>
              <a:t> lab </a:t>
            </a:r>
          </a:p>
          <a:p>
            <a:pPr algn="l"/>
            <a:r>
              <a:rPr lang="en-US" dirty="0"/>
              <a:t>(use run as </a:t>
            </a:r>
            <a:r>
              <a:rPr lang="en-US" dirty="0" err="1"/>
              <a:t>admininistrator</a:t>
            </a:r>
            <a:r>
              <a:rPr lang="en-US" dirty="0"/>
              <a:t> option) </a:t>
            </a:r>
            <a:endParaRPr lang="en-US" sz="1800" dirty="0"/>
          </a:p>
          <a:p>
            <a:pPr algn="l"/>
            <a:endParaRPr lang="en-US" dirty="0"/>
          </a:p>
          <a:p>
            <a:pPr algn="l"/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27986059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9762D9-7C7C-B5F0-5954-BEF25A6623E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481232"/>
            <a:ext cx="12192000" cy="674906"/>
          </a:xfrm>
        </p:spPr>
        <p:txBody>
          <a:bodyPr anchor="t">
            <a:noAutofit/>
          </a:bodyPr>
          <a:lstStyle/>
          <a:p>
            <a:pPr algn="l"/>
            <a:r>
              <a:rPr lang="en-US" altLang="zh-CN" sz="4000" b="1" dirty="0"/>
              <a:t>What are we going to do today</a:t>
            </a:r>
            <a:r>
              <a:rPr lang="en-US" sz="4000" b="1" dirty="0"/>
              <a:t>:</a:t>
            </a:r>
            <a:endParaRPr lang="en-US" sz="4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E655212-730A-0C73-FDFF-2AA1B81AC5A2}"/>
              </a:ext>
            </a:extLst>
          </p:cNvPr>
          <p:cNvSpPr txBox="1"/>
          <p:nvPr/>
        </p:nvSpPr>
        <p:spPr>
          <a:xfrm>
            <a:off x="9553903" y="0"/>
            <a:ext cx="26380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chemeClr val="bg1">
                    <a:lumMod val="85000"/>
                  </a:schemeClr>
                </a:solidFill>
              </a:rPr>
              <a:t>Stem Pro Academy, 2022</a:t>
            </a:r>
            <a:endParaRPr lang="en-US" b="1" dirty="0">
              <a:solidFill>
                <a:schemeClr val="bg1">
                  <a:lumMod val="85000"/>
                </a:schemeClr>
              </a:solidFill>
            </a:endParaRPr>
          </a:p>
        </p:txBody>
      </p:sp>
      <p:graphicFrame>
        <p:nvGraphicFramePr>
          <p:cNvPr id="5" name="Object 4">
            <a:extLst>
              <a:ext uri="{FF2B5EF4-FFF2-40B4-BE49-F238E27FC236}">
                <a16:creationId xmlns:a16="http://schemas.microsoft.com/office/drawing/2014/main" id="{2669555E-7964-AB58-FC85-BD6C5428804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38076317"/>
              </p:ext>
            </p:extLst>
          </p:nvPr>
        </p:nvGraphicFramePr>
        <p:xfrm>
          <a:off x="2300288" y="1993900"/>
          <a:ext cx="7591425" cy="2867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2" imgW="7591354" imgH="2867010" progId="Excel.Sheet.12">
                  <p:embed/>
                </p:oleObj>
              </mc:Choice>
              <mc:Fallback>
                <p:oleObj name="Worksheet" r:id="rId2" imgW="7591354" imgH="2867010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2300288" y="1993900"/>
                        <a:ext cx="7591425" cy="28670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8573300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AC6B6A82-3D58-CFCE-58F9-940F8A7823D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640577"/>
            <a:ext cx="12192000" cy="1063789"/>
          </a:xfrm>
        </p:spPr>
        <p:txBody>
          <a:bodyPr/>
          <a:lstStyle/>
          <a:p>
            <a:r>
              <a:rPr lang="en-US" dirty="0" err="1"/>
              <a:t>Py</a:t>
            </a:r>
            <a:r>
              <a:rPr lang="en-US" dirty="0"/>
              <a:t> Homework Recap: 5 mins</a:t>
            </a:r>
          </a:p>
        </p:txBody>
      </p:sp>
      <p:graphicFrame>
        <p:nvGraphicFramePr>
          <p:cNvPr id="2" name="Object 1">
            <a:extLst>
              <a:ext uri="{FF2B5EF4-FFF2-40B4-BE49-F238E27FC236}">
                <a16:creationId xmlns:a16="http://schemas.microsoft.com/office/drawing/2014/main" id="{3B29133E-794B-5284-CE1E-594C6809536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22878189"/>
              </p:ext>
            </p:extLst>
          </p:nvPr>
        </p:nvGraphicFramePr>
        <p:xfrm>
          <a:off x="2272479" y="1966912"/>
          <a:ext cx="6029325" cy="2657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2" imgW="6029276" imgH="2657606" progId="Excel.Sheet.12">
                  <p:embed/>
                </p:oleObj>
              </mc:Choice>
              <mc:Fallback>
                <p:oleObj name="Worksheet" r:id="rId2" imgW="6029276" imgH="2657606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2272479" y="1966912"/>
                        <a:ext cx="6029325" cy="26574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5870340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AC6B6A82-3D58-CFCE-58F9-940F8A7823D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640577"/>
            <a:ext cx="12192000" cy="1063789"/>
          </a:xfrm>
        </p:spPr>
        <p:txBody>
          <a:bodyPr/>
          <a:lstStyle/>
          <a:p>
            <a:r>
              <a:rPr lang="en-US" dirty="0"/>
              <a:t>Decks Referenced: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059ED0C-3148-CFA3-AADE-42D7B73D549D}"/>
              </a:ext>
            </a:extLst>
          </p:cNvPr>
          <p:cNvSpPr txBox="1"/>
          <p:nvPr/>
        </p:nvSpPr>
        <p:spPr>
          <a:xfrm>
            <a:off x="3048000" y="4204951"/>
            <a:ext cx="60960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Ref:</a:t>
            </a:r>
          </a:p>
          <a:p>
            <a:r>
              <a:rPr lang="en-US" dirty="0"/>
              <a:t>Each one of yours </a:t>
            </a:r>
            <a:r>
              <a:rPr lang="en-US" dirty="0" err="1"/>
              <a:t>Colab</a:t>
            </a:r>
            <a:r>
              <a:rPr lang="en-US" dirty="0"/>
              <a:t> Python Homework</a:t>
            </a:r>
          </a:p>
          <a:p>
            <a:endParaRPr lang="en-US" dirty="0"/>
          </a:p>
          <a:p>
            <a:r>
              <a:rPr lang="en-US" dirty="0"/>
              <a:t>https://drive.google.com/drive/u/0/folders/1jwtNHq6eynXZVNNnEFBEnTkkYgpXOd-b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BEF1CC2-8B37-F9E4-CC96-A043F638474A}"/>
              </a:ext>
            </a:extLst>
          </p:cNvPr>
          <p:cNvSpPr txBox="1"/>
          <p:nvPr/>
        </p:nvSpPr>
        <p:spPr>
          <a:xfrm>
            <a:off x="3205655" y="2208676"/>
            <a:ext cx="6096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Lesson09_NLP.ipynb</a:t>
            </a:r>
          </a:p>
          <a:p>
            <a:r>
              <a:rPr lang="en-US" dirty="0"/>
              <a:t>Lesson08Review.ipynb</a:t>
            </a:r>
          </a:p>
          <a:p>
            <a:r>
              <a:rPr lang="en-US" dirty="0"/>
              <a:t>Lesson09_NLP_Colab_version.ipynb</a:t>
            </a:r>
          </a:p>
          <a:p>
            <a:r>
              <a:rPr lang="en-US" dirty="0"/>
              <a:t>Lesson09_StockMarket.ipynb</a:t>
            </a:r>
          </a:p>
        </p:txBody>
      </p:sp>
    </p:spTree>
    <p:extLst>
      <p:ext uri="{BB962C8B-B14F-4D97-AF65-F5344CB8AC3E}">
        <p14:creationId xmlns:p14="http://schemas.microsoft.com/office/powerpoint/2010/main" val="12462009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9762D9-7C7C-B5F0-5954-BEF25A6623E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82123"/>
            <a:ext cx="12192000" cy="674906"/>
          </a:xfrm>
        </p:spPr>
        <p:txBody>
          <a:bodyPr anchor="t">
            <a:noAutofit/>
          </a:bodyPr>
          <a:lstStyle/>
          <a:p>
            <a:pPr algn="l"/>
            <a:r>
              <a:rPr lang="en-US" sz="4000" b="1" dirty="0"/>
              <a:t>Objectives:</a:t>
            </a:r>
            <a:endParaRPr lang="en-US" sz="4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E655212-730A-0C73-FDFF-2AA1B81AC5A2}"/>
              </a:ext>
            </a:extLst>
          </p:cNvPr>
          <p:cNvSpPr txBox="1"/>
          <p:nvPr/>
        </p:nvSpPr>
        <p:spPr>
          <a:xfrm>
            <a:off x="9553903" y="0"/>
            <a:ext cx="26380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chemeClr val="bg1">
                    <a:lumMod val="85000"/>
                  </a:schemeClr>
                </a:solidFill>
              </a:rPr>
              <a:t>Stem Pro Academy, 2022</a:t>
            </a:r>
            <a:endParaRPr lang="en-US" b="1" dirty="0">
              <a:solidFill>
                <a:schemeClr val="bg1">
                  <a:lumMod val="85000"/>
                </a:schemeClr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F7EBE3D-2906-91F9-A2FD-13FC0B21EE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592" y="1828800"/>
            <a:ext cx="4846694" cy="298924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BE6E1B3-4EE4-5FE7-F665-F3FB16BAD3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61877" y="184666"/>
            <a:ext cx="6830123" cy="295972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F11AC67-DEDB-EBFE-8C4B-292D1FB00FB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56166" y="3581203"/>
            <a:ext cx="5958278" cy="3092131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528D4CD-6A4E-C50A-E489-C84D105A8256}"/>
              </a:ext>
            </a:extLst>
          </p:cNvPr>
          <p:cNvSpPr txBox="1"/>
          <p:nvPr/>
        </p:nvSpPr>
        <p:spPr>
          <a:xfrm>
            <a:off x="257592" y="1367135"/>
            <a:ext cx="43249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Programming and Math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F45F0A3-C377-B640-F3BE-B95F8CBD0F74}"/>
              </a:ext>
            </a:extLst>
          </p:cNvPr>
          <p:cNvSpPr txBox="1"/>
          <p:nvPr/>
        </p:nvSpPr>
        <p:spPr>
          <a:xfrm>
            <a:off x="6215087" y="3019051"/>
            <a:ext cx="404301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400" dirty="0"/>
              <a:t>AI and Math (key concepts)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D646891-BA91-01C0-1618-4212E326DECE}"/>
              </a:ext>
            </a:extLst>
          </p:cNvPr>
          <p:cNvSpPr txBox="1"/>
          <p:nvPr/>
        </p:nvSpPr>
        <p:spPr>
          <a:xfrm>
            <a:off x="3104024" y="5490708"/>
            <a:ext cx="255214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400" dirty="0"/>
              <a:t>Project and Implementation</a:t>
            </a:r>
          </a:p>
        </p:txBody>
      </p:sp>
    </p:spTree>
    <p:extLst>
      <p:ext uri="{BB962C8B-B14F-4D97-AF65-F5344CB8AC3E}">
        <p14:creationId xmlns:p14="http://schemas.microsoft.com/office/powerpoint/2010/main" val="30408786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8DD76AB5-9BE5-F947-7122-4933C2C4A36C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653885"/>
          </a:xfrm>
          <a:prstGeom prst="rect">
            <a:avLst/>
          </a:prstGeom>
          <a:solidFill>
            <a:srgbClr val="00B0F0"/>
          </a:solidFill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4000" dirty="0"/>
              <a:t>Homework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4A257939-EE7F-515B-094E-F135A32990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3269" y="1794864"/>
            <a:ext cx="11834648" cy="211017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253920" tIns="31740" rIns="0" bIns="15870" numCol="1" anchor="ctr" anchorCtr="0" compatLnSpc="1">
            <a:prstTxWarp prst="textNoShape">
              <a:avLst/>
            </a:prstTxWarp>
            <a:spAutoFit/>
          </a:bodyPr>
          <a:lstStyle/>
          <a:p>
            <a:pPr marL="457200" marR="0" lvl="0" indent="-45720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lang="en-US" altLang="en-US" sz="2000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Use what we learned, scrape </a:t>
            </a:r>
            <a:r>
              <a:rPr lang="en-US" altLang="zh-CN" sz="2000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a university’s wiki of your interest</a:t>
            </a:r>
            <a:endParaRPr lang="en-US" altLang="en-US" sz="2000" b="1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000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en-US" altLang="en-US" sz="20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en-US" altLang="en-US" sz="2000" b="1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R="0" lvl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2000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2. Make sure finish last week’s </a:t>
            </a:r>
            <a:r>
              <a:rPr lang="en-US" altLang="en-US" sz="2000" b="1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Py</a:t>
            </a:r>
            <a:r>
              <a:rPr lang="en-US" altLang="en-US" sz="2000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function homework. New homework will be based on your homework. It is individualized based on how you answer.  </a:t>
            </a:r>
            <a:endParaRPr kumimoji="0" lang="en-US" altLang="en-US" sz="200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R="0" lvl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rgbClr val="222222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ED9C704-2DCE-3569-261D-0B7EACA4EEE7}"/>
              </a:ext>
            </a:extLst>
          </p:cNvPr>
          <p:cNvSpPr txBox="1"/>
          <p:nvPr/>
        </p:nvSpPr>
        <p:spPr>
          <a:xfrm>
            <a:off x="178675" y="5606534"/>
            <a:ext cx="1183464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All homework due in one week. </a:t>
            </a:r>
          </a:p>
          <a:p>
            <a:r>
              <a:rPr lang="en-US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All homework in </a:t>
            </a:r>
            <a:r>
              <a:rPr lang="en-US" b="1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Jupyter</a:t>
            </a:r>
            <a:r>
              <a:rPr lang="en-US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notebook. For text content, use Markdown cells.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2556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7588</TotalTime>
  <Words>271</Words>
  <Application>Microsoft Office PowerPoint</Application>
  <PresentationFormat>Widescreen</PresentationFormat>
  <Paragraphs>43</Paragraphs>
  <Slides>7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Arial</vt:lpstr>
      <vt:lpstr>Calibri</vt:lpstr>
      <vt:lpstr>Calibri Light</vt:lpstr>
      <vt:lpstr>Office Theme</vt:lpstr>
      <vt:lpstr>Worksheet</vt:lpstr>
      <vt:lpstr>Microsoft Excel Worksheet</vt:lpstr>
      <vt:lpstr>Lesson 10 07/30/2022  git pull -a git checkout -b lesson10 origin/Lessons</vt:lpstr>
      <vt:lpstr>PowerPoint Presentation</vt:lpstr>
      <vt:lpstr>What are we going to do today:</vt:lpstr>
      <vt:lpstr>Py Homework Recap: 5 mins</vt:lpstr>
      <vt:lpstr>Decks Referenced:</vt:lpstr>
      <vt:lpstr>Objectives: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Welcome and Thank You for Choosing Us for This Journey</dc:title>
  <dc:creator>Stempro Academy</dc:creator>
  <cp:lastModifiedBy>Stempro Academy</cp:lastModifiedBy>
  <cp:revision>51</cp:revision>
  <dcterms:created xsi:type="dcterms:W3CDTF">2022-06-16T15:05:39Z</dcterms:created>
  <dcterms:modified xsi:type="dcterms:W3CDTF">2022-07-29T04:31:38Z</dcterms:modified>
</cp:coreProperties>
</file>