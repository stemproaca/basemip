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  <p:sldId id="311" r:id="rId3"/>
    <p:sldId id="257" r:id="rId4"/>
    <p:sldId id="313" r:id="rId5"/>
    <p:sldId id="314" r:id="rId6"/>
    <p:sldId id="300" r:id="rId7"/>
    <p:sldId id="3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68294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09</a:t>
            </a:r>
            <a:br>
              <a:rPr lang="en-US" b="1" dirty="0"/>
            </a:br>
            <a:r>
              <a:rPr lang="en-US" b="1" dirty="0"/>
              <a:t>07/27/2022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git</a:t>
            </a:r>
            <a:r>
              <a:rPr lang="zh-CN" altLang="en-US" dirty="0"/>
              <a:t> </a:t>
            </a:r>
            <a:r>
              <a:rPr lang="en-US" altLang="zh-CN" dirty="0"/>
              <a:t>pull -a</a:t>
            </a:r>
            <a:br>
              <a:rPr lang="en-US" dirty="0"/>
            </a:br>
            <a:r>
              <a:rPr lang="en-US" dirty="0"/>
              <a:t>git checkout -b lesson09 origin/Lessons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96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stay with </a:t>
            </a:r>
            <a:r>
              <a:rPr lang="en-US" sz="3600" dirty="0" err="1"/>
              <a:t>colab</a:t>
            </a:r>
            <a:r>
              <a:rPr lang="en-US" sz="3600" dirty="0"/>
              <a:t>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168166" y="1306374"/>
            <a:ext cx="56020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lesson08 origin Lessons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2: go to your google drive </a:t>
            </a:r>
            <a:r>
              <a:rPr lang="en-US" sz="1800" dirty="0" err="1"/>
              <a:t>url</a:t>
            </a:r>
            <a:r>
              <a:rPr lang="en-US" sz="1800" dirty="0"/>
              <a:t>. Open “</a:t>
            </a:r>
            <a:r>
              <a:rPr lang="en-US" sz="1800" dirty="0" err="1"/>
              <a:t>Colabs</a:t>
            </a:r>
            <a:r>
              <a:rPr lang="en-US" sz="1800" dirty="0"/>
              <a:t> Notebooks” folder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3: Click the “+” sign to upload files in folder Lesson09</a:t>
            </a:r>
          </a:p>
          <a:p>
            <a:pPr algn="l"/>
            <a:r>
              <a:rPr lang="en-US" dirty="0"/>
              <a:t> </a:t>
            </a:r>
            <a:endParaRPr lang="en-US" sz="1800" dirty="0"/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116DFD-2F9B-28B5-C37B-B364A72F52CF}"/>
              </a:ext>
            </a:extLst>
          </p:cNvPr>
          <p:cNvSpPr txBox="1">
            <a:spLocks/>
          </p:cNvSpPr>
          <p:nvPr/>
        </p:nvSpPr>
        <p:spPr>
          <a:xfrm>
            <a:off x="6915809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have local env ready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EFA0-73DC-F020-918B-3DA8A81839D3}"/>
              </a:ext>
            </a:extLst>
          </p:cNvPr>
          <p:cNvSpPr txBox="1"/>
          <p:nvPr/>
        </p:nvSpPr>
        <p:spPr>
          <a:xfrm>
            <a:off x="7104995" y="1206526"/>
            <a:ext cx="47191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lesson08 origin Lessons</a:t>
            </a:r>
          </a:p>
          <a:p>
            <a:pPr algn="l"/>
            <a:r>
              <a:rPr lang="en-US" sz="1800" dirty="0"/>
              <a:t> </a:t>
            </a:r>
          </a:p>
          <a:p>
            <a:pPr algn="l"/>
            <a:r>
              <a:rPr lang="en-US" dirty="0"/>
              <a:t>Step 2: use </a:t>
            </a:r>
            <a:r>
              <a:rPr lang="en-US" dirty="0" err="1"/>
              <a:t>cmd</a:t>
            </a:r>
            <a:r>
              <a:rPr lang="en-US" dirty="0"/>
              <a:t> prompt to the </a:t>
            </a:r>
            <a:r>
              <a:rPr lang="en-US" dirty="0" err="1"/>
              <a:t>basemip</a:t>
            </a:r>
            <a:r>
              <a:rPr lang="en-US" dirty="0"/>
              <a:t> folder. </a:t>
            </a:r>
          </a:p>
          <a:p>
            <a:pPr algn="l"/>
            <a:r>
              <a:rPr lang="en-US" dirty="0"/>
              <a:t>Type: </a:t>
            </a:r>
            <a:r>
              <a:rPr lang="en-US" dirty="0" err="1"/>
              <a:t>jupyter</a:t>
            </a:r>
            <a:r>
              <a:rPr lang="en-US" dirty="0"/>
              <a:t> lab </a:t>
            </a:r>
          </a:p>
          <a:p>
            <a:pPr algn="l"/>
            <a:r>
              <a:rPr lang="en-US" dirty="0"/>
              <a:t>(use run as </a:t>
            </a:r>
            <a:r>
              <a:rPr lang="en-US" dirty="0" err="1"/>
              <a:t>admininistrator</a:t>
            </a:r>
            <a:r>
              <a:rPr lang="en-US" dirty="0"/>
              <a:t> option) </a:t>
            </a:r>
            <a:endParaRPr lang="en-US" sz="1800" dirty="0"/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E8428A3-C674-79A9-A958-FD82A1D15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304109"/>
              </p:ext>
            </p:extLst>
          </p:nvPr>
        </p:nvGraphicFramePr>
        <p:xfrm>
          <a:off x="2300288" y="1993900"/>
          <a:ext cx="759142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591647" imgH="2867035" progId="Excel.Sheet.12">
                  <p:embed/>
                </p:oleObj>
              </mc:Choice>
              <mc:Fallback>
                <p:oleObj name="Worksheet" r:id="rId2" imgW="7591647" imgH="28670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00288" y="1993900"/>
                        <a:ext cx="7591425" cy="286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 err="1"/>
              <a:t>Py</a:t>
            </a:r>
            <a:r>
              <a:rPr lang="en-US" dirty="0"/>
              <a:t> Homework Recap: 5 mins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B29133E-794B-5284-CE1E-594C68095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78189"/>
              </p:ext>
            </p:extLst>
          </p:nvPr>
        </p:nvGraphicFramePr>
        <p:xfrm>
          <a:off x="2272479" y="1966912"/>
          <a:ext cx="6029325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029276" imgH="2657606" progId="Excel.Sheet.12">
                  <p:embed/>
                </p:oleObj>
              </mc:Choice>
              <mc:Fallback>
                <p:oleObj name="Worksheet" r:id="rId2" imgW="6029276" imgH="265760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2479" y="1966912"/>
                        <a:ext cx="6029325" cy="265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420495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</a:t>
            </a:r>
          </a:p>
          <a:p>
            <a:r>
              <a:rPr lang="en-US" dirty="0"/>
              <a:t>Each one of yours </a:t>
            </a:r>
            <a:r>
              <a:rPr lang="en-US" dirty="0" err="1"/>
              <a:t>Colab</a:t>
            </a:r>
            <a:r>
              <a:rPr lang="en-US" dirty="0"/>
              <a:t> Python Homework</a:t>
            </a:r>
          </a:p>
          <a:p>
            <a:endParaRPr lang="en-US" dirty="0"/>
          </a:p>
          <a:p>
            <a:r>
              <a:rPr lang="en-US" dirty="0"/>
              <a:t>https://drive.google.com/drive/u/0/folders/1jwtNHq6eynXZVNNnEFBEnTkkYgpXOd-b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F1CC2-8B37-F9E4-CC96-A043F638474A}"/>
              </a:ext>
            </a:extLst>
          </p:cNvPr>
          <p:cNvSpPr txBox="1"/>
          <p:nvPr/>
        </p:nvSpPr>
        <p:spPr>
          <a:xfrm>
            <a:off x="3205655" y="220867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Lesson09_NLP.ipynb</a:t>
            </a:r>
          </a:p>
          <a:p>
            <a:r>
              <a:rPr lang="en-US" dirty="0"/>
              <a:t>Lesson08Review.ipynb</a:t>
            </a:r>
          </a:p>
          <a:p>
            <a:r>
              <a:rPr lang="en-US" dirty="0"/>
              <a:t>Lesson09_NLP_Colab_version.ipynb</a:t>
            </a:r>
          </a:p>
          <a:p>
            <a:r>
              <a:rPr lang="en-US" dirty="0"/>
              <a:t>Lesson09_StockMarket.ipynb</a:t>
            </a:r>
          </a:p>
        </p:txBody>
      </p:sp>
    </p:spTree>
    <p:extLst>
      <p:ext uri="{BB962C8B-B14F-4D97-AF65-F5344CB8AC3E}">
        <p14:creationId xmlns:p14="http://schemas.microsoft.com/office/powerpoint/2010/main" val="124620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1794864"/>
            <a:ext cx="11834648" cy="2110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 what we learned, scrape 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university’s wiki of your interest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Make sure finish last week’s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function homework. New homework will be based on your homework. It is individualized based on how you answer. 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7586</TotalTime>
  <Words>271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Worksheet</vt:lpstr>
      <vt:lpstr>Microsoft Excel Worksheet</vt:lpstr>
      <vt:lpstr>Lesson 09 07/27/2022  git pull -a git checkout -b lesson09 origin/Lessons</vt:lpstr>
      <vt:lpstr>PowerPoint Presentation</vt:lpstr>
      <vt:lpstr>What are we going to do today:</vt:lpstr>
      <vt:lpstr>Py Homework Recap: 5 mins</vt:lpstr>
      <vt:lpstr>Decks Referenced:</vt:lpstr>
      <vt:lpstr>Objectives: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50</cp:revision>
  <dcterms:created xsi:type="dcterms:W3CDTF">2022-06-16T15:05:39Z</dcterms:created>
  <dcterms:modified xsi:type="dcterms:W3CDTF">2022-07-27T04:23:29Z</dcterms:modified>
</cp:coreProperties>
</file>