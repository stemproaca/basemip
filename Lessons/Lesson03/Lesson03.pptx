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3" r:id="rId4"/>
    <p:sldId id="303" r:id="rId5"/>
    <p:sldId id="308" r:id="rId6"/>
    <p:sldId id="309" r:id="rId7"/>
    <p:sldId id="310" r:id="rId8"/>
    <p:sldId id="264" r:id="rId9"/>
    <p:sldId id="304" r:id="rId10"/>
    <p:sldId id="311" r:id="rId11"/>
    <p:sldId id="300" r:id="rId12"/>
    <p:sldId id="301" r:id="rId13"/>
    <p:sldId id="30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stemproaca/basemip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03</a:t>
            </a:r>
            <a:br>
              <a:rPr lang="en-US" b="1" dirty="0"/>
            </a:br>
            <a:r>
              <a:rPr lang="en-US" b="1" dirty="0"/>
              <a:t>07/6/2022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6327B-AD08-0D0B-CA22-BD30780F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80" y="1268037"/>
            <a:ext cx="9438704" cy="411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24198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CrossLesson_gitbash_basemip.pptx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6FF76-1114-0EE5-E08D-9A77B0A6852E}"/>
              </a:ext>
            </a:extLst>
          </p:cNvPr>
          <p:cNvSpPr txBox="1"/>
          <p:nvPr/>
        </p:nvSpPr>
        <p:spPr>
          <a:xfrm>
            <a:off x="3048000" y="29728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CrossLesson_python.ipynb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5FAA7-3C7A-896D-C552-07292A8D449B}"/>
              </a:ext>
            </a:extLst>
          </p:cNvPr>
          <p:cNvSpPr txBox="1"/>
          <p:nvPr/>
        </p:nvSpPr>
        <p:spPr>
          <a:xfrm>
            <a:off x="3048000" y="35521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CrossLesson_scraping_basemip.ipynb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F1CC2-8B37-F9E4-CC96-A043F638474A}"/>
              </a:ext>
            </a:extLst>
          </p:cNvPr>
          <p:cNvSpPr txBox="1"/>
          <p:nvPr/>
        </p:nvSpPr>
        <p:spPr>
          <a:xfrm>
            <a:off x="3048000" y="41315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Lesson03_ScratchBook.ipynb</a:t>
            </a:r>
          </a:p>
        </p:txBody>
      </p:sp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How do we do the lesson – Now and next two weeks 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B74A2A15-904A-B442-A63A-1041DE86D23C}"/>
              </a:ext>
            </a:extLst>
          </p:cNvPr>
          <p:cNvSpPr/>
          <p:nvPr/>
        </p:nvSpPr>
        <p:spPr>
          <a:xfrm>
            <a:off x="220715" y="1501665"/>
            <a:ext cx="2669628" cy="1248103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hlinkClick r:id="rId2"/>
              </a:rPr>
              <a:t>Github</a:t>
            </a:r>
            <a:endParaRPr lang="en-US" dirty="0"/>
          </a:p>
          <a:p>
            <a:pPr algn="ctr"/>
            <a:r>
              <a:rPr lang="en-US" dirty="0" err="1">
                <a:solidFill>
                  <a:srgbClr val="002060"/>
                </a:solidFill>
              </a:rPr>
              <a:t>basemip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30DB0B56-A838-2262-8AD5-B2C21139DBAF}"/>
              </a:ext>
            </a:extLst>
          </p:cNvPr>
          <p:cNvSpPr/>
          <p:nvPr/>
        </p:nvSpPr>
        <p:spPr>
          <a:xfrm>
            <a:off x="630618" y="4108233"/>
            <a:ext cx="2816773" cy="1072055"/>
          </a:xfrm>
          <a:prstGeom prst="flowChart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local</a:t>
            </a:r>
            <a:r>
              <a:rPr lang="zh-CN" altLang="en-US" dirty="0"/>
              <a:t> </a:t>
            </a:r>
            <a:r>
              <a:rPr lang="en-US" altLang="zh-CN" dirty="0"/>
              <a:t>drive</a:t>
            </a:r>
          </a:p>
          <a:p>
            <a:pPr algn="ctr"/>
            <a:r>
              <a:rPr lang="en-US" dirty="0"/>
              <a:t>C:/basemip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BF8EE65D-6AF3-E9A3-6A88-C263CBE366CE}"/>
              </a:ext>
            </a:extLst>
          </p:cNvPr>
          <p:cNvSpPr/>
          <p:nvPr/>
        </p:nvSpPr>
        <p:spPr>
          <a:xfrm>
            <a:off x="4030714" y="1501664"/>
            <a:ext cx="3578773" cy="1248103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Your google Drive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Drive:/</a:t>
            </a:r>
            <a:r>
              <a:rPr lang="en-US" dirty="0" err="1">
                <a:solidFill>
                  <a:srgbClr val="002060"/>
                </a:solidFill>
              </a:rPr>
              <a:t>colab</a:t>
            </a:r>
            <a:r>
              <a:rPr lang="en-US" dirty="0">
                <a:solidFill>
                  <a:srgbClr val="002060"/>
                </a:solidFill>
              </a:rPr>
              <a:t> notebooks/lessons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47EA9D-0920-A49E-2250-981E71CC78D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807779" y="2827283"/>
            <a:ext cx="231226" cy="12809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AADE9A-59CB-20BE-3B30-87976867388C}"/>
              </a:ext>
            </a:extLst>
          </p:cNvPr>
          <p:cNvCxnSpPr>
            <a:cxnSpLocks/>
          </p:cNvCxnSpPr>
          <p:nvPr/>
        </p:nvCxnSpPr>
        <p:spPr>
          <a:xfrm flipV="1">
            <a:off x="2575033" y="2749102"/>
            <a:ext cx="2238705" cy="1359131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EC97C53-8B5E-33BC-45D6-6D39EECB0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168" y="1249721"/>
            <a:ext cx="2538767" cy="140513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74C173-BB97-BF57-595A-9D95B31664C3}"/>
              </a:ext>
            </a:extLst>
          </p:cNvPr>
          <p:cNvCxnSpPr>
            <a:stCxn id="8" idx="2"/>
            <a:endCxn id="14" idx="1"/>
          </p:cNvCxnSpPr>
          <p:nvPr/>
        </p:nvCxnSpPr>
        <p:spPr>
          <a:xfrm flipV="1">
            <a:off x="7606505" y="1952288"/>
            <a:ext cx="1458663" cy="1734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3B8187-97C2-8014-9FD4-F2B205D0505C}"/>
              </a:ext>
            </a:extLst>
          </p:cNvPr>
          <p:cNvCxnSpPr/>
          <p:nvPr/>
        </p:nvCxnSpPr>
        <p:spPr>
          <a:xfrm flipH="1" flipV="1">
            <a:off x="1156138" y="2827283"/>
            <a:ext cx="210207" cy="12809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4624CB-7C87-4AB3-A5B7-6673CC53F676}"/>
              </a:ext>
            </a:extLst>
          </p:cNvPr>
          <p:cNvSpPr txBox="1"/>
          <p:nvPr/>
        </p:nvSpPr>
        <p:spPr>
          <a:xfrm>
            <a:off x="3026979" y="3111062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Upload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F0A18B-2E39-FED6-FD5B-BC26921C76FB}"/>
              </a:ext>
            </a:extLst>
          </p:cNvPr>
          <p:cNvSpPr txBox="1"/>
          <p:nvPr/>
        </p:nvSpPr>
        <p:spPr>
          <a:xfrm>
            <a:off x="1849820" y="3006963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Pull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B56DA-BD43-CE00-F2B9-F805BA19A7D2}"/>
              </a:ext>
            </a:extLst>
          </p:cNvPr>
          <p:cNvSpPr txBox="1"/>
          <p:nvPr/>
        </p:nvSpPr>
        <p:spPr>
          <a:xfrm>
            <a:off x="572811" y="3191629"/>
            <a:ext cx="82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Push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402B66-2359-AE4A-EBBD-7A607C0BACC2}"/>
              </a:ext>
            </a:extLst>
          </p:cNvPr>
          <p:cNvSpPr txBox="1"/>
          <p:nvPr/>
        </p:nvSpPr>
        <p:spPr>
          <a:xfrm>
            <a:off x="7919545" y="1606762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Open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03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Go to https://colab.research.google.com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95294-2063-9629-E41A-B1EAD25D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127" y="1094044"/>
            <a:ext cx="8058350" cy="54919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590894" y="1875362"/>
            <a:ext cx="19113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Click </a:t>
            </a:r>
            <a:br>
              <a:rPr lang="en-US" dirty="0"/>
            </a:br>
            <a:r>
              <a:rPr lang="en-US" dirty="0"/>
              <a:t>“New </a:t>
            </a:r>
            <a:r>
              <a:rPr lang="en-US" altLang="zh-CN" dirty="0"/>
              <a:t>notebook”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will this do?</a:t>
            </a:r>
          </a:p>
          <a:p>
            <a:endParaRPr lang="en-US" dirty="0"/>
          </a:p>
          <a:p>
            <a:r>
              <a:rPr lang="en-US" dirty="0"/>
              <a:t>If you are first time users of </a:t>
            </a:r>
            <a:r>
              <a:rPr lang="en-US" dirty="0" err="1"/>
              <a:t>colab</a:t>
            </a:r>
            <a:r>
              <a:rPr lang="en-US" dirty="0"/>
              <a:t>, it will create a folder in your google drive</a:t>
            </a:r>
          </a:p>
        </p:txBody>
      </p:sp>
    </p:spTree>
    <p:extLst>
      <p:ext uri="{BB962C8B-B14F-4D97-AF65-F5344CB8AC3E}">
        <p14:creationId xmlns:p14="http://schemas.microsoft.com/office/powerpoint/2010/main" val="315258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Stay at colab.research.google.com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727529" y="653883"/>
            <a:ext cx="106446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altLang="zh-CN" dirty="0"/>
              <a:t>After you click, </a:t>
            </a:r>
          </a:p>
          <a:p>
            <a:r>
              <a:rPr lang="en-US" dirty="0"/>
              <a:t>A new </a:t>
            </a:r>
            <a:r>
              <a:rPr lang="en-US" dirty="0" err="1"/>
              <a:t>ipynb</a:t>
            </a:r>
            <a:r>
              <a:rPr lang="en-US" dirty="0"/>
              <a:t> will open up. </a:t>
            </a:r>
          </a:p>
          <a:p>
            <a:endParaRPr lang="en-US" dirty="0"/>
          </a:p>
          <a:p>
            <a:r>
              <a:rPr lang="en-US" dirty="0"/>
              <a:t>On the very first “Cell”, </a:t>
            </a:r>
          </a:p>
          <a:p>
            <a:r>
              <a:rPr lang="en-US" dirty="0"/>
              <a:t>Type “</a:t>
            </a:r>
          </a:p>
          <a:p>
            <a:r>
              <a:rPr lang="en-US" dirty="0"/>
              <a:t>From </a:t>
            </a:r>
            <a:r>
              <a:rPr lang="en-US" dirty="0" err="1"/>
              <a:t>google.colab</a:t>
            </a:r>
            <a:r>
              <a:rPr lang="en-US" dirty="0"/>
              <a:t> import drive</a:t>
            </a:r>
          </a:p>
          <a:p>
            <a:r>
              <a:rPr lang="en-US" dirty="0" err="1"/>
              <a:t>drive.mount</a:t>
            </a:r>
            <a:r>
              <a:rPr lang="en-US" dirty="0"/>
              <a:t>(</a:t>
            </a:r>
            <a:r>
              <a:rPr lang="zh-CN" altLang="en-US" dirty="0"/>
              <a:t>‘</a:t>
            </a:r>
            <a:r>
              <a:rPr lang="en-US" altLang="zh-CN" dirty="0"/>
              <a:t>/content/drive’)</a:t>
            </a:r>
          </a:p>
          <a:p>
            <a:endParaRPr lang="en-US" dirty="0"/>
          </a:p>
          <a:p>
            <a:r>
              <a:rPr lang="en-US" dirty="0"/>
              <a:t>Click the </a:t>
            </a:r>
            <a:r>
              <a:rPr lang="en-US" altLang="zh-CN" dirty="0"/>
              <a:t>arrow on the left. It will ask for permission to connect your drive. Grant it. Now your google drive is mounted. Aka, Connected. 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79173-26EF-C8BF-FC6A-743CE560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7" y="3755941"/>
            <a:ext cx="9250066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97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Go to https://drive.google.com/drive/u/0/my-drive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149459" y="1665156"/>
            <a:ext cx="1911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should see </a:t>
            </a:r>
          </a:p>
          <a:p>
            <a:r>
              <a:rPr lang="en-US" dirty="0"/>
              <a:t>This: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BC411-EF5A-7BB7-4346-76778CD88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077" y="1215808"/>
            <a:ext cx="7081585" cy="508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5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Stay with drive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5B7C3-1D5B-20B4-317A-CB65A1AE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0" y="1954095"/>
            <a:ext cx="8650013" cy="4011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8B15DC-EDAD-8893-1A3A-BDB374597441}"/>
              </a:ext>
            </a:extLst>
          </p:cNvPr>
          <p:cNvSpPr txBox="1"/>
          <p:nvPr/>
        </p:nvSpPr>
        <p:spPr>
          <a:xfrm>
            <a:off x="488731" y="868859"/>
            <a:ext cx="619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Now, create a folder under your drive’s </a:t>
            </a:r>
            <a:r>
              <a:rPr lang="en-US" sz="1800" dirty="0" err="1"/>
              <a:t>colab</a:t>
            </a:r>
            <a:r>
              <a:rPr lang="en-US" sz="1800" dirty="0"/>
              <a:t> notebooks folder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367862" y="1411477"/>
            <a:ext cx="619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Also upload the file you </a:t>
            </a:r>
            <a:r>
              <a:rPr lang="zh-CN" altLang="en-US" dirty="0"/>
              <a:t>“</a:t>
            </a:r>
            <a:r>
              <a:rPr lang="en-US" altLang="zh-CN" dirty="0"/>
              <a:t>pull” ed from our project rep.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206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17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Stay with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2648607" y="2262815"/>
            <a:ext cx="6190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Click the file uploaded. </a:t>
            </a:r>
          </a:p>
          <a:p>
            <a:pPr algn="l"/>
            <a:r>
              <a:rPr lang="en-US" sz="1800" dirty="0"/>
              <a:t>We are ready to go!</a:t>
            </a:r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717647"/>
            <a:ext cx="11834648" cy="42646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 Ready and Running. We have a short warm up. Let’s get ready by Saturday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Tomorrow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(6/23 tutoring at 5:30 PT)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Choose a university of your interests, read its Wiki Page (and its website if you have time)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short summary (&lt;50 words)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Review Session_01_code.ipynb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A: Summarize the python concepts that we learned today. E.g., “We learned list data type…”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Bonus points to summarization with a daily life example.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B. Choose a part to replicate (Part A, B, or C). E.g., you may choose to scrape a new page etc.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   Remember: same difficulty or more challenging one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Survey and Feedback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2564306"/>
            <a:ext cx="11834648" cy="5712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D69BF-889E-C96D-B21C-B3324B95CE9E}"/>
              </a:ext>
            </a:extLst>
          </p:cNvPr>
          <p:cNvSpPr txBox="1"/>
          <p:nvPr/>
        </p:nvSpPr>
        <p:spPr>
          <a:xfrm>
            <a:off x="735723" y="1008993"/>
            <a:ext cx="95959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Content: </a:t>
            </a:r>
          </a:p>
          <a:p>
            <a:r>
              <a:rPr lang="en-US" dirty="0"/>
              <a:t>	Too easy</a:t>
            </a:r>
          </a:p>
          <a:p>
            <a:r>
              <a:rPr lang="en-US" dirty="0"/>
              <a:t>	too hard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Pace: </a:t>
            </a:r>
          </a:p>
          <a:p>
            <a:r>
              <a:rPr lang="en-US" dirty="0"/>
              <a:t>	Too fast</a:t>
            </a:r>
          </a:p>
          <a:p>
            <a:r>
              <a:rPr lang="en-US" dirty="0"/>
              <a:t>	too slow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Homework: </a:t>
            </a:r>
          </a:p>
          <a:p>
            <a:r>
              <a:rPr lang="en-US" dirty="0"/>
              <a:t>	Too much</a:t>
            </a:r>
          </a:p>
          <a:p>
            <a:r>
              <a:rPr lang="en-US" dirty="0"/>
              <a:t>	I can handle more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Other feedback: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939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6168</TotalTime>
  <Words>499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Lesson 03 07/6/2022 </vt:lpstr>
      <vt:lpstr>What are we going to do today:</vt:lpstr>
      <vt:lpstr>Decks Referenced:</vt:lpstr>
      <vt:lpstr>How do we do the lesson – Now and next two weeks </vt:lpstr>
      <vt:lpstr> </vt:lpstr>
      <vt:lpstr> </vt:lpstr>
      <vt:lpstr> </vt:lpstr>
      <vt:lpstr>PowerPoint Presentation</vt:lpstr>
      <vt:lpstr>PowerPoint Presentation</vt:lpstr>
      <vt:lpstr>PowerPoint Presentation</vt:lpstr>
      <vt:lpstr>Objectives: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32</cp:revision>
  <dcterms:created xsi:type="dcterms:W3CDTF">2022-06-16T15:05:39Z</dcterms:created>
  <dcterms:modified xsi:type="dcterms:W3CDTF">2022-07-06T04:55:23Z</dcterms:modified>
</cp:coreProperties>
</file>