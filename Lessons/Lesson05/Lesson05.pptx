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313" r:id="rId4"/>
    <p:sldId id="311" r:id="rId5"/>
    <p:sldId id="300" r:id="rId6"/>
    <p:sldId id="30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121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3E1F2-78A4-3B13-AB95-7F308AAC25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9E8D13-F41A-CAAB-CEF2-B79CEFD6D1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C53132-E22E-D5BF-1C16-8E4980E687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59FE3-16D7-52FF-C472-EE2065755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A39434-558B-3A1C-AE43-2C6343D48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6378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07236F-2AC6-C12D-5D39-E522A6B9E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A8E49D-6EBF-29AB-4390-03B8AB805D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536906-F511-1C31-3A1C-0F1E54310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81E70-BE46-DF02-B7EE-3C60B1D2E8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9D5001-61BA-A93F-9437-AAE45C874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4870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502C7-0520-A6CE-5A62-9BB53162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C26CF6-1DC9-2128-B5FC-4A79F933DD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4EC251-F4B6-C849-532B-0B04C066B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55B787-2E21-332E-B535-83AF64D2ED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7ACB9F-CE02-D187-0D37-7DF140340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721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9E31A-F617-CC8E-543A-8C177A1B1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98BA6D-560A-E467-66A7-3E74FFA7FD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67FA88-C53C-6783-5933-C580146D6B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802EFE-E890-F30A-829C-CFF5F0912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A3017-8A38-5A21-927F-8116892A2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3D48BE-44D2-6C93-3C00-69AE1707B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2652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A787F-3DD8-D819-E1B5-1E7F584FDA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3F4DE-91C5-1863-D4BF-6DE492C537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F193A2-8269-10FB-A656-2BBF92FB19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4EFBC43-FF9B-72C0-EB11-DFB3B706EB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4ED75F-DD95-9307-DD64-4078835952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1219C7-8137-D431-4FB8-A78739FD1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7/9/2022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FA7F1A-D932-5D82-F902-9BA71A0D8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D025AA-F95A-87A7-AE3B-D9A54029E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123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CB163-E0DB-5DB0-E851-69DC566C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DB2AB2-75A8-1BBF-06EC-52129DDBB5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7/9/2022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7D158F-2A15-E787-4064-6B2CB0BFB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0F1C06-E8C0-E44D-66D2-BA8370F81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8492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2B674A-7561-BBE4-BBFD-CF30CAE726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7/9/2022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D0B8AE-AC3E-A349-1454-FDBC9A87A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F82CF5-862B-DCDD-5513-C9A933FD4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291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B409D-4130-2E03-F0B9-AAFD1BF9F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8E6CA-3A66-868C-E320-FF6CBABCF9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88321D-A975-A884-6209-FC1F20455C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E80FFC-3EA6-A873-0FC9-5BE3E0D7B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5E94A9-5AE4-66D8-D2D2-794091955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2C1DAB-57A1-028B-2D5F-E97197522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1287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3A8CE-0FCB-AC31-589D-6B8B4793C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4AE7A3-AD5F-92A6-9C69-638927DC9F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E7725A-F0B7-23F5-57EE-C80F5E364C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F0058F-41D4-AF41-E6A2-E998CFD1E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7/9/2022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3E63E8-A689-1C8C-7685-116650816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CCD9FF-C3FA-8767-900E-31E36F50DA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094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72ACE-EFF8-AF3B-D87C-1CBB9DB55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CC948B-5FF3-FC3E-B005-1EA5590968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A6E1A2-A406-8045-ACBA-0F5F72EC9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B344AA-599D-B591-CCF9-F5C7B75502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0287FD-BE21-21AA-6789-0FDDC875B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0826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09CD68B-E022-8BB0-786A-C8B7F9EB6B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19E1AD-009A-9A78-67CD-D7B874264C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EE2BEF-8CBC-8DBA-8FCB-199F6E6DD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72E7BD-C1BB-46F1-B277-8AE99D5C93A3}" type="datetimeFigureOut">
              <a:rPr lang="en-US" smtClean="0"/>
              <a:t>7/9/2022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89D9BB-00BF-1610-2A20-154066C53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C81725-EEBF-C916-3A1B-1CFE4AD246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323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41750D-D8EB-6F7D-C3EE-2D20ADF43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70BC56-7617-F598-24E3-74BA7B95EF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D0FD3-221E-F7B7-93E0-3B66B85F20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72E7BD-C1BB-46F1-B277-8AE99D5C93A3}" type="datetimeFigureOut">
              <a:rPr lang="en-US" smtClean="0"/>
              <a:t>7/9/2022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935B70-3517-88AD-0228-5E5448AB92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21F37A-8A7F-CAB0-FCD4-834AEF9812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3FB9A7-7665-45CE-AE79-F73FEF87FB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4937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762D9-7C7C-B5F0-5954-BEF25A662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>
            <a:normAutofit fontScale="90000"/>
          </a:bodyPr>
          <a:lstStyle/>
          <a:p>
            <a:r>
              <a:rPr lang="en-US" altLang="zh-CN" b="1" dirty="0"/>
              <a:t>Lesson</a:t>
            </a:r>
            <a:r>
              <a:rPr lang="en-US" b="1" dirty="0"/>
              <a:t> 05</a:t>
            </a:r>
            <a:br>
              <a:rPr lang="en-US" b="1" dirty="0"/>
            </a:br>
            <a:r>
              <a:rPr lang="en-US" b="1" dirty="0"/>
              <a:t>07/13/2022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8FC9BB-9DB2-095C-1565-78DB9BCA5227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8564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762D9-7C7C-B5F0-5954-BEF25A662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481232"/>
            <a:ext cx="12192000" cy="674906"/>
          </a:xfrm>
        </p:spPr>
        <p:txBody>
          <a:bodyPr anchor="t">
            <a:noAutofit/>
          </a:bodyPr>
          <a:lstStyle/>
          <a:p>
            <a:pPr algn="l"/>
            <a:r>
              <a:rPr lang="en-US" altLang="zh-CN" sz="4000" b="1" dirty="0"/>
              <a:t>What are we going to do today</a:t>
            </a:r>
            <a:r>
              <a:rPr lang="en-US" sz="4000" b="1" dirty="0"/>
              <a:t>: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655212-730A-0C73-FDFF-2AA1B81AC5A2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  <p:graphicFrame>
        <p:nvGraphicFramePr>
          <p:cNvPr id="4" name="Object 3">
            <a:extLst>
              <a:ext uri="{FF2B5EF4-FFF2-40B4-BE49-F238E27FC236}">
                <a16:creationId xmlns:a16="http://schemas.microsoft.com/office/drawing/2014/main" id="{50CED607-C6DC-1FD3-195B-09534215A66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40573443"/>
              </p:ext>
            </p:extLst>
          </p:nvPr>
        </p:nvGraphicFramePr>
        <p:xfrm>
          <a:off x="2421978" y="1713405"/>
          <a:ext cx="6591300" cy="31337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6591278" imgH="3133740" progId="Excel.Sheet.12">
                  <p:embed/>
                </p:oleObj>
              </mc:Choice>
              <mc:Fallback>
                <p:oleObj name="Worksheet" r:id="rId2" imgW="6591278" imgH="3133740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421978" y="1713405"/>
                        <a:ext cx="6591300" cy="31337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857330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C6B6A82-3D58-CFCE-58F9-940F8A7823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640577"/>
            <a:ext cx="12192000" cy="1063789"/>
          </a:xfrm>
        </p:spPr>
        <p:txBody>
          <a:bodyPr/>
          <a:lstStyle/>
          <a:p>
            <a:r>
              <a:rPr lang="en-US" dirty="0"/>
              <a:t>Decks Referenced: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59ED0C-3148-CFA3-AADE-42D7B73D549D}"/>
              </a:ext>
            </a:extLst>
          </p:cNvPr>
          <p:cNvSpPr txBox="1"/>
          <p:nvPr/>
        </p:nvSpPr>
        <p:spPr>
          <a:xfrm>
            <a:off x="3048000" y="4204951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Ref:</a:t>
            </a:r>
          </a:p>
          <a:p>
            <a:r>
              <a:rPr lang="en-US" dirty="0"/>
              <a:t>CrossLesson_gitbash_basemip.pptx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EF1CC2-8B37-F9E4-CC96-A043F638474A}"/>
              </a:ext>
            </a:extLst>
          </p:cNvPr>
          <p:cNvSpPr txBox="1"/>
          <p:nvPr/>
        </p:nvSpPr>
        <p:spPr>
          <a:xfrm>
            <a:off x="3205655" y="220867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Lesson05_ScratchBook.ipynb</a:t>
            </a:r>
          </a:p>
        </p:txBody>
      </p:sp>
    </p:spTree>
    <p:extLst>
      <p:ext uri="{BB962C8B-B14F-4D97-AF65-F5344CB8AC3E}">
        <p14:creationId xmlns:p14="http://schemas.microsoft.com/office/powerpoint/2010/main" val="358703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8FC07DB-6C5B-E007-0C64-780C4C57AF1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53885"/>
          </a:xfrm>
          <a:prstGeom prst="rect">
            <a:avLst/>
          </a:prstGeom>
          <a:solidFill>
            <a:srgbClr val="00B0F0"/>
          </a:solidFill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600" dirty="0"/>
              <a:t>Stay with drive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F9476B-6A83-24A7-F03B-30E6CD99A037}"/>
              </a:ext>
            </a:extLst>
          </p:cNvPr>
          <p:cNvSpPr txBox="1"/>
          <p:nvPr/>
        </p:nvSpPr>
        <p:spPr>
          <a:xfrm>
            <a:off x="2648607" y="2262815"/>
            <a:ext cx="61905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zh-CN" dirty="0"/>
              <a:t>Click the file uploaded. </a:t>
            </a:r>
          </a:p>
          <a:p>
            <a:pPr algn="l"/>
            <a:r>
              <a:rPr lang="en-US" sz="1800" dirty="0"/>
              <a:t>We are ready to go!</a:t>
            </a:r>
          </a:p>
        </p:txBody>
      </p:sp>
    </p:spTree>
    <p:extLst>
      <p:ext uri="{BB962C8B-B14F-4D97-AF65-F5344CB8AC3E}">
        <p14:creationId xmlns:p14="http://schemas.microsoft.com/office/powerpoint/2010/main" val="27986059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9762D9-7C7C-B5F0-5954-BEF25A6623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82123"/>
            <a:ext cx="12192000" cy="674906"/>
          </a:xfrm>
        </p:spPr>
        <p:txBody>
          <a:bodyPr anchor="t">
            <a:noAutofit/>
          </a:bodyPr>
          <a:lstStyle/>
          <a:p>
            <a:pPr algn="l"/>
            <a:r>
              <a:rPr lang="en-US" sz="4000" b="1" dirty="0"/>
              <a:t>Objectives:</a:t>
            </a:r>
            <a:endParaRPr lang="en-US"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655212-730A-0C73-FDFF-2AA1B81AC5A2}"/>
              </a:ext>
            </a:extLst>
          </p:cNvPr>
          <p:cNvSpPr txBox="1"/>
          <p:nvPr/>
        </p:nvSpPr>
        <p:spPr>
          <a:xfrm>
            <a:off x="9553903" y="0"/>
            <a:ext cx="26380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>
                    <a:lumMod val="85000"/>
                  </a:schemeClr>
                </a:solidFill>
              </a:rPr>
              <a:t>Stem Pro Academy, 2022</a:t>
            </a:r>
            <a:endParaRPr lang="en-US" b="1" dirty="0">
              <a:solidFill>
                <a:schemeClr val="bg1">
                  <a:lumMod val="85000"/>
                </a:schemeClr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F7EBE3D-2906-91F9-A2FD-13FC0B21EE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592" y="1828800"/>
            <a:ext cx="4846694" cy="29892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BE6E1B3-4EE4-5FE7-F665-F3FB16BAD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1877" y="184666"/>
            <a:ext cx="6830123" cy="295972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F11AC67-DEDB-EBFE-8C4B-292D1FB00F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6166" y="3581203"/>
            <a:ext cx="5958278" cy="309213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528D4CD-6A4E-C50A-E489-C84D105A8256}"/>
              </a:ext>
            </a:extLst>
          </p:cNvPr>
          <p:cNvSpPr txBox="1"/>
          <p:nvPr/>
        </p:nvSpPr>
        <p:spPr>
          <a:xfrm>
            <a:off x="257592" y="1367135"/>
            <a:ext cx="43249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Programming and Math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45F0A3-C377-B640-F3BE-B95F8CBD0F74}"/>
              </a:ext>
            </a:extLst>
          </p:cNvPr>
          <p:cNvSpPr txBox="1"/>
          <p:nvPr/>
        </p:nvSpPr>
        <p:spPr>
          <a:xfrm>
            <a:off x="6215087" y="3019051"/>
            <a:ext cx="40430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AI and Math (key concepts)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646891-BA91-01C0-1618-4212E326DECE}"/>
              </a:ext>
            </a:extLst>
          </p:cNvPr>
          <p:cNvSpPr txBox="1"/>
          <p:nvPr/>
        </p:nvSpPr>
        <p:spPr>
          <a:xfrm>
            <a:off x="3104024" y="5490708"/>
            <a:ext cx="255214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Project and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3040878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DD76AB5-9BE5-F947-7122-4933C2C4A36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92000" cy="653885"/>
          </a:xfrm>
          <a:prstGeom prst="rect">
            <a:avLst/>
          </a:prstGeom>
          <a:solidFill>
            <a:srgbClr val="00B0F0"/>
          </a:solidFill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000" dirty="0"/>
              <a:t>Homework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4A257939-EE7F-515B-094E-F135A32990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3269" y="1794864"/>
            <a:ext cx="11834648" cy="211017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253920" tIns="31740" rIns="0" bIns="15870" numCol="1" anchor="ctr" anchorCtr="0" compatLnSpc="1">
            <a:prstTxWarp prst="textNoShape">
              <a:avLst/>
            </a:prstTxWarp>
            <a:spAutoFit/>
          </a:bodyPr>
          <a:lstStyle/>
          <a:p>
            <a:pPr marL="457200" marR="0" lvl="0" indent="-45720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lang="en-US" altLang="en-US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Use what we learned, scrape </a:t>
            </a:r>
            <a:r>
              <a:rPr lang="en-US" altLang="zh-CN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 university’s wiki of your interest</a:t>
            </a:r>
            <a:endParaRPr lang="en-US" altLang="en-US" sz="2000" b="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en-US" sz="200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2. Make sure finish last week’s </a:t>
            </a:r>
            <a:r>
              <a:rPr lang="en-US" altLang="en-US" sz="2000" b="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Py</a:t>
            </a:r>
            <a:r>
              <a:rPr lang="en-US" altLang="en-US" sz="20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function homework. New homework will be based on your homework. It is individualized based on how you answer.  </a:t>
            </a:r>
            <a:endParaRPr kumimoji="0" lang="en-US" altLang="en-US" sz="200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R="0" lvl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rgbClr val="222222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D9C704-2DCE-3569-261D-0B7EACA4EEE7}"/>
              </a:ext>
            </a:extLst>
          </p:cNvPr>
          <p:cNvSpPr txBox="1"/>
          <p:nvPr/>
        </p:nvSpPr>
        <p:spPr>
          <a:xfrm>
            <a:off x="178675" y="5606534"/>
            <a:ext cx="118346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All homework due in one week. </a:t>
            </a:r>
          </a:p>
          <a:p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All homework in </a:t>
            </a:r>
            <a:r>
              <a:rPr lang="en-US" b="1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Jupyter</a:t>
            </a:r>
            <a:r>
              <a:rPr lang="en-US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 notebook. For text content, use Markdown cells.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2556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7281</TotalTime>
  <Words>138</Words>
  <Application>Microsoft Office PowerPoint</Application>
  <PresentationFormat>Widescreen</PresentationFormat>
  <Paragraphs>23</Paragraphs>
  <Slides>6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Microsoft Excel Worksheet</vt:lpstr>
      <vt:lpstr>Lesson 05 07/13/2022 </vt:lpstr>
      <vt:lpstr>What are we going to do today:</vt:lpstr>
      <vt:lpstr>Decks Referenced:</vt:lpstr>
      <vt:lpstr>PowerPoint Presentation</vt:lpstr>
      <vt:lpstr>Objectives: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and Thank You for Choosing Us for This Journey</dc:title>
  <dc:creator>Stempro Academy</dc:creator>
  <cp:lastModifiedBy>Stempro Academy</cp:lastModifiedBy>
  <cp:revision>38</cp:revision>
  <dcterms:created xsi:type="dcterms:W3CDTF">2022-06-16T15:05:39Z</dcterms:created>
  <dcterms:modified xsi:type="dcterms:W3CDTF">2022-07-10T02:43:35Z</dcterms:modified>
</cp:coreProperties>
</file>