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3" r:id="rId4"/>
    <p:sldId id="311" r:id="rId5"/>
    <p:sldId id="300" r:id="rId6"/>
    <p:sldId id="30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05</a:t>
            </a:r>
            <a:br>
              <a:rPr lang="en-US" b="1" dirty="0"/>
            </a:br>
            <a:r>
              <a:rPr lang="en-US" b="1" dirty="0"/>
              <a:t>07/13/2022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0CED607-C6DC-1FD3-195B-09534215A6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510151"/>
              </p:ext>
            </p:extLst>
          </p:nvPr>
        </p:nvGraphicFramePr>
        <p:xfrm>
          <a:off x="2421978" y="1713405"/>
          <a:ext cx="6591300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591123" imgH="3133537" progId="Excel.Sheet.12">
                  <p:embed/>
                </p:oleObj>
              </mc:Choice>
              <mc:Fallback>
                <p:oleObj name="Worksheet" r:id="rId2" imgW="6591123" imgH="3133537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0CED607-C6DC-1FD3-195B-09534215A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1978" y="1713405"/>
                        <a:ext cx="6591300" cy="313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420495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</a:t>
            </a:r>
          </a:p>
          <a:p>
            <a:r>
              <a:rPr lang="en-US" dirty="0"/>
              <a:t>CrossLesson_gitbash_basemip.pptx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F1CC2-8B37-F9E4-CC96-A043F638474A}"/>
              </a:ext>
            </a:extLst>
          </p:cNvPr>
          <p:cNvSpPr txBox="1"/>
          <p:nvPr/>
        </p:nvSpPr>
        <p:spPr>
          <a:xfrm>
            <a:off x="3205655" y="22086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Lesson05_ScratchBook.ipynb</a:t>
            </a:r>
          </a:p>
        </p:txBody>
      </p:sp>
    </p:spTree>
    <p:extLst>
      <p:ext uri="{BB962C8B-B14F-4D97-AF65-F5344CB8AC3E}">
        <p14:creationId xmlns:p14="http://schemas.microsoft.com/office/powerpoint/2010/main" val="358703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Stay with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2648607" y="2262815"/>
            <a:ext cx="6190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Click the file uploaded. </a:t>
            </a:r>
          </a:p>
          <a:p>
            <a:pPr algn="l"/>
            <a:r>
              <a:rPr lang="en-US" sz="1800" dirty="0"/>
              <a:t>We are ready to go!</a:t>
            </a:r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1794864"/>
            <a:ext cx="11834648" cy="21101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Use what we learned, scrape 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 university’s wiki of your interest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Make sure finish last week’s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function homework. New homework will be based on your homework. It is individualized based on how you answer. 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8271</TotalTime>
  <Words>138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Worksheet</vt:lpstr>
      <vt:lpstr>Lesson 05 07/13/2022 </vt:lpstr>
      <vt:lpstr>What are we going to do today:</vt:lpstr>
      <vt:lpstr>Decks Referenced:</vt:lpstr>
      <vt:lpstr>PowerPoint Presentation</vt:lpstr>
      <vt:lpstr>Objectives: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39</cp:revision>
  <dcterms:created xsi:type="dcterms:W3CDTF">2022-06-16T15:05:39Z</dcterms:created>
  <dcterms:modified xsi:type="dcterms:W3CDTF">2022-07-13T21:31:40Z</dcterms:modified>
</cp:coreProperties>
</file>